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59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60" r:id="rId18"/>
    <p:sldId id="276" r:id="rId19"/>
    <p:sldId id="279" r:id="rId20"/>
    <p:sldId id="277" r:id="rId21"/>
    <p:sldId id="278" r:id="rId22"/>
    <p:sldId id="280" r:id="rId23"/>
    <p:sldId id="281" r:id="rId24"/>
    <p:sldId id="262" r:id="rId25"/>
    <p:sldId id="282" r:id="rId26"/>
    <p:sldId id="263" r:id="rId27"/>
  </p:sldIdLst>
  <p:sldSz cx="14630400" cy="8229600"/>
  <p:notesSz cx="8229600" cy="146304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Host Grotesk Medium" panose="020B0604020202020204" charset="0"/>
      <p:regular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7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3351" y="1271609"/>
            <a:ext cx="81576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Trade Fair Stall Booking </a:t>
            </a:r>
          </a:p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</a:t>
            </a:r>
            <a:endParaRPr lang="en-US" sz="445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3DE24AB4-B9AF-287E-42B5-A5FA12D8F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17F3DBC2-F64A-9CC4-6EAF-0B3C94BEB10A}"/>
              </a:ext>
            </a:extLst>
          </p:cNvPr>
          <p:cNvSpPr/>
          <p:nvPr/>
        </p:nvSpPr>
        <p:spPr>
          <a:xfrm>
            <a:off x="6926961" y="3920329"/>
            <a:ext cx="7556421" cy="1153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Prince Pratapsinh Thakur</a:t>
            </a:r>
          </a:p>
          <a:p>
            <a:pPr marL="0" indent="0" algn="l">
              <a:lnSpc>
                <a:spcPts val="2650"/>
              </a:lnSpc>
              <a:buNone/>
            </a:pPr>
            <a:endParaRPr lang="en-US" sz="2800" dirty="0">
              <a:solidFill>
                <a:srgbClr val="384653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r>
              <a:rPr lang="en-US" sz="1750" dirty="0"/>
              <a:t>	                          : </a:t>
            </a:r>
            <a:r>
              <a:rPr lang="en-US" sz="2800" dirty="0"/>
              <a:t>Keval Girishbhai Patel</a:t>
            </a:r>
            <a:r>
              <a:rPr lang="en-US" sz="1750" dirty="0"/>
              <a:t>	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590179-6D71-81B2-6F0C-A26D3995A344}"/>
              </a:ext>
            </a:extLst>
          </p:cNvPr>
          <p:cNvSpPr txBox="1"/>
          <p:nvPr/>
        </p:nvSpPr>
        <p:spPr>
          <a:xfrm>
            <a:off x="6926961" y="5808886"/>
            <a:ext cx="73152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 Guidance By : </a:t>
            </a:r>
            <a:r>
              <a:rPr lang="en-IN" sz="2800" dirty="0"/>
              <a:t>Dr. Saziya Saiyed</a:t>
            </a:r>
            <a:r>
              <a:rPr lang="en-US" sz="2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650"/>
              </a:lnSpc>
              <a:buNone/>
            </a:pPr>
            <a:r>
              <a:rPr lang="en-US" sz="1800" dirty="0"/>
              <a:t>	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F86957B-354A-BF8D-16AF-B6C58D62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0239" y="7629441"/>
            <a:ext cx="2410161" cy="600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8914" y="1839175"/>
            <a:ext cx="4887574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Module Coding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553" y="2891909"/>
            <a:ext cx="587573" cy="5875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89002" y="2891909"/>
            <a:ext cx="194060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Authentication Module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489002" y="3463647"/>
            <a:ext cx="1940600" cy="131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registration &amp; login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token management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(USER, ADMIN)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476" y="2891909"/>
            <a:ext cx="587573" cy="5875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2925" y="2891909"/>
            <a:ext cx="194071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Dome Management Module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302925" y="3463647"/>
            <a:ext cx="1940719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Create, view, update, delete domes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Dome status handling (ACTIVE/INACTIVE)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518" y="2891909"/>
            <a:ext cx="587573" cy="5875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6967" y="2891909"/>
            <a:ext cx="1940719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Stall Management Module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116967" y="3463647"/>
            <a:ext cx="1940719" cy="131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Stall creation by dome, side mapping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configuration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Availability (AVAILABLE/BOOKED/HOLD/BLOCKED)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561" y="2891909"/>
            <a:ext cx="587573" cy="58757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31009" y="2891909"/>
            <a:ext cx="1940719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Module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10931009" y="3212068"/>
            <a:ext cx="1940719" cy="173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creation &amp; lifecycle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 (PENDING/APPROVED/REJECTED/CANCELLED)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Duplicate booking prevention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8553" y="5173385"/>
            <a:ext cx="587573" cy="58757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489002" y="5173385"/>
            <a:ext cx="1940600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Aadhaar Verification Module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2489002" y="5745123"/>
            <a:ext cx="1940600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Aadhaar upload &amp; validation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storage for sensitive data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476" y="5173385"/>
            <a:ext cx="587573" cy="58757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02925" y="5173385"/>
            <a:ext cx="1940719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 Module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5302925" y="5493544"/>
            <a:ext cx="1940719" cy="111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dashboard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approvals/rejections/cancellations</a:t>
            </a:r>
            <a:endParaRPr lang="en-US" sz="125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features</a:t>
            </a:r>
            <a:endParaRPr lang="en-US" sz="12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7AAA1D3-8CD7-9DEF-E0C7-D82A37D2BE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52208" y="7562757"/>
            <a:ext cx="2353003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7086" y="1449720"/>
            <a:ext cx="7261741" cy="546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Front-End with React &amp; Vite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013" y="2499360"/>
            <a:ext cx="7698462" cy="42967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1176" y="2847618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411176" y="3255883"/>
            <a:ext cx="3948351" cy="125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Router based navigation</a:t>
            </a:r>
            <a:endParaRPr lang="en-US" sz="13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Axios-based API service layer for backend calls</a:t>
            </a:r>
            <a:endParaRPr lang="en-US" sz="13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Guards</a:t>
            </a: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UserRoute blocks stall pages for non-logged-in users. AdminRoute blocks admin pages for non-admin users.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411176" y="4647724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 Pages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411176" y="5055989"/>
            <a:ext cx="3948351" cy="791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Home, Dome Selection</a:t>
            </a:r>
            <a:endParaRPr lang="en-US" sz="13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Stalls Display, Stall Layout</a:t>
            </a:r>
            <a:endParaRPr lang="en-US" sz="13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Aadhaar Upload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411176" y="5982772"/>
            <a:ext cx="218717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 Pages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411176" y="6391037"/>
            <a:ext cx="3948351" cy="51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Dashboard, Manage Domes</a:t>
            </a:r>
            <a:endParaRPr lang="en-US" sz="13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Stalls, Booking Management, Reports</a:t>
            </a:r>
            <a:endParaRPr lang="en-US" sz="13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C5CE4A-F50F-FB98-D75C-C2B9402E7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765" y="7610389"/>
            <a:ext cx="2219635" cy="619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D0C9C-6467-6F4D-FB2E-951E636E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192" y="340112"/>
            <a:ext cx="5924571" cy="7549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5AFECF-DBD8-49C8-D768-0577461C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23" y="7486546"/>
            <a:ext cx="2343477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D7835-7163-EE04-B076-F61A24D1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694" y="211873"/>
            <a:ext cx="4530055" cy="7449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49EA2E-CC58-D977-F1B4-9D40970C8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0712" y="7534178"/>
            <a:ext cx="241968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8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881C50-50C0-33B0-ADCD-3837AE7D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395" y="0"/>
            <a:ext cx="10083492" cy="7895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3F6746-87F4-3AEE-8258-85704149F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7434" y="7599747"/>
            <a:ext cx="1743318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1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59B166-83FD-7344-D14D-F47004CE7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1" y="460595"/>
            <a:ext cx="14184352" cy="6706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E6A0D7-71C1-F8E5-B973-9A1604E1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2554" y="7553231"/>
            <a:ext cx="2657846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8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AF46B-6892-83D1-74E1-2469D0AFA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63" y="345686"/>
            <a:ext cx="12994105" cy="7326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61E15-33F7-935B-ECE9-E80069B28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119" y="7489573"/>
            <a:ext cx="213389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79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972264"/>
            <a:ext cx="10296525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Back-End with Node.js &amp; MongoDB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5925" y="2019062"/>
            <a:ext cx="13158549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back-end system is built with Node.js, Express, and MongoDB, providing a scalable, secure, and efficient foundation for all operations.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5925" y="2542103"/>
            <a:ext cx="6481762" cy="2446139"/>
          </a:xfrm>
          <a:prstGeom prst="roundRect">
            <a:avLst>
              <a:gd name="adj" fmla="val 44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65" y="2542103"/>
            <a:ext cx="91440" cy="24461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6803" y="3056061"/>
            <a:ext cx="3154085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 Server Core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037630" y="3707130"/>
            <a:ext cx="594693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CORS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Handles cross-origin requests securely.</a:t>
            </a:r>
            <a:endParaRPr lang="en-US" sz="16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Parser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Processes incoming JSON payloads.</a:t>
            </a:r>
            <a:endParaRPr lang="en-US" sz="16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Uploads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Manages serving static files.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412593" y="2542103"/>
            <a:ext cx="6481882" cy="2446139"/>
          </a:xfrm>
          <a:prstGeom prst="roundRect">
            <a:avLst>
              <a:gd name="adj" fmla="val 4486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733" y="2542103"/>
            <a:ext cx="91440" cy="24461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7254" y="3101935"/>
            <a:ext cx="3762256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&amp; Access Control</a:t>
            </a:r>
            <a:endParaRPr lang="en-US" sz="2450" dirty="0"/>
          </a:p>
        </p:txBody>
      </p:sp>
      <p:sp>
        <p:nvSpPr>
          <p:cNvPr id="13" name="Text 9"/>
          <p:cNvSpPr/>
          <p:nvPr/>
        </p:nvSpPr>
        <p:spPr>
          <a:xfrm>
            <a:off x="7714298" y="3707130"/>
            <a:ext cx="5947053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Secures protected routes with JSON Web Tokens.</a:t>
            </a:r>
            <a:endParaRPr lang="en-US" sz="16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Middleware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Restricts API access to admin-only users.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04505" y="5116234"/>
            <a:ext cx="6481762" cy="2074069"/>
          </a:xfrm>
          <a:prstGeom prst="roundRect">
            <a:avLst>
              <a:gd name="adj" fmla="val 529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65" y="5183148"/>
            <a:ext cx="91440" cy="20740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7630" y="5416272"/>
            <a:ext cx="3806428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Aadhaar File Management</a:t>
            </a:r>
            <a:endParaRPr lang="en-US" sz="2450" dirty="0"/>
          </a:p>
        </p:txBody>
      </p:sp>
      <p:sp>
        <p:nvSpPr>
          <p:cNvPr id="18" name="Text 13"/>
          <p:cNvSpPr/>
          <p:nvPr/>
        </p:nvSpPr>
        <p:spPr>
          <a:xfrm>
            <a:off x="1037630" y="6348174"/>
            <a:ext cx="5946934" cy="67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Multer Middleware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Handles Aadhaar image uploads.</a:t>
            </a:r>
            <a:endParaRPr lang="en-US" sz="16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Ensures correct file size and type.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412593" y="5183148"/>
            <a:ext cx="6481882" cy="2074069"/>
          </a:xfrm>
          <a:prstGeom prst="roundRect">
            <a:avLst>
              <a:gd name="adj" fmla="val 5290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733" y="5183148"/>
            <a:ext cx="91440" cy="20740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14298" y="5416272"/>
            <a:ext cx="3302556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MongoDB Data Models</a:t>
            </a:r>
            <a:endParaRPr lang="en-US" sz="2450" dirty="0"/>
          </a:p>
        </p:txBody>
      </p:sp>
      <p:sp>
        <p:nvSpPr>
          <p:cNvPr id="22" name="Text 16"/>
          <p:cNvSpPr/>
          <p:nvPr/>
        </p:nvSpPr>
        <p:spPr>
          <a:xfrm>
            <a:off x="7714298" y="5927408"/>
            <a:ext cx="594705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using Mongoose for consistency: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714298" y="6348174"/>
            <a:ext cx="5947053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User, Dome, Stall, Booking, AadhaarVerification</a:t>
            </a:r>
            <a:endParaRPr lang="en-US" sz="16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2ED861-6B53-89E8-C7C8-FCB87D3C4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9510" y="7658020"/>
            <a:ext cx="2524477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2BCAC-5B7A-B433-47C8-7523A825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6" y="712002"/>
            <a:ext cx="14240107" cy="6649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9D76D2-D5FD-9F4E-ADE8-1BCF5D9DD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594" y="7559508"/>
            <a:ext cx="2676899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3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59DFC1-7BB9-54C2-0C7F-F10EC8825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186" y="7483582"/>
            <a:ext cx="2248214" cy="666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CD6BD0-340C-8B00-FAB6-F3A682273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4" y="390292"/>
            <a:ext cx="14173201" cy="75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9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F6E98-2368-B8C7-FD2F-A6D7F53AB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397" y="7401813"/>
            <a:ext cx="2353003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CE5F9-E7D7-7862-0038-1B155D37E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7" y="381999"/>
            <a:ext cx="13794059" cy="746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0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F5EE9-0FEE-FBAC-EA61-9596D373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765" y="7262518"/>
            <a:ext cx="2400635" cy="885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211428-B35A-E333-6E96-24F9A457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78" y="779873"/>
            <a:ext cx="13927873" cy="66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11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485289-B761-7653-87B2-3D93FC22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7397" y="7524652"/>
            <a:ext cx="2353003" cy="704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0AC7B-AC67-8727-C8D3-03C2DB1D1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17" y="806923"/>
            <a:ext cx="14329318" cy="661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9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AB9E63-30C0-0B8C-76EF-9F8BD9F1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923" y="7410336"/>
            <a:ext cx="2343477" cy="8192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5318F6-6EBC-EA8F-4C7C-79ECFCF22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74" y="379141"/>
            <a:ext cx="12711852" cy="739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5DB7B-CD43-C58E-09A2-5170160C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554" y="7229064"/>
            <a:ext cx="2657846" cy="885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0DDE4-033B-43F1-D0EE-5C0C8FA6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76" y="863170"/>
            <a:ext cx="14039385" cy="65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79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633" y="951885"/>
            <a:ext cx="6117193" cy="641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Seamless Integration Flow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97" y="2374463"/>
            <a:ext cx="12770287" cy="47919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5878" y="3595048"/>
            <a:ext cx="659625" cy="659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48194" y="5817572"/>
            <a:ext cx="1926105" cy="74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 Update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21032" y="3596285"/>
            <a:ext cx="659626" cy="659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0774" y="6003092"/>
            <a:ext cx="1926105" cy="371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Verify &amp; Book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6805" y="3596285"/>
            <a:ext cx="659625" cy="6596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6547" y="5817572"/>
            <a:ext cx="1926105" cy="74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Upload Aadhaar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2578" y="3596285"/>
            <a:ext cx="659625" cy="6596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92319" y="6003092"/>
            <a:ext cx="1926105" cy="371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Select Stall</a:t>
            </a:r>
            <a:endParaRPr lang="en-US" sz="2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65158" y="3596285"/>
            <a:ext cx="659625" cy="6596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25322" y="6003092"/>
            <a:ext cx="1926105" cy="371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Login</a:t>
            </a:r>
            <a:endParaRPr lang="en-US" sz="2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DD1F417-52D2-E77E-9F11-02A3AC9B0F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05923" y="7658020"/>
            <a:ext cx="2524477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A3AE9-4DA4-D9CA-455E-D0935295A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9167"/>
            <a:ext cx="13108509" cy="62434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28E73-1B75-6B4B-61A8-C71D3623D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7714" y="7284710"/>
            <a:ext cx="2476846" cy="819264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EA803E9-AC54-A68E-317D-612A0A2BCE80}"/>
              </a:ext>
            </a:extLst>
          </p:cNvPr>
          <p:cNvSpPr/>
          <p:nvPr/>
        </p:nvSpPr>
        <p:spPr>
          <a:xfrm>
            <a:off x="760945" y="219952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 APIs</a:t>
            </a:r>
            <a:endParaRPr lang="en-US" sz="21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E5CEA2B-ABE2-0D19-3436-7178F53BFED8}"/>
              </a:ext>
            </a:extLst>
          </p:cNvPr>
          <p:cNvSpPr/>
          <p:nvPr/>
        </p:nvSpPr>
        <p:spPr>
          <a:xfrm>
            <a:off x="777240" y="567019"/>
            <a:ext cx="626709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POST/api/auth/login</a:t>
            </a:r>
            <a:endParaRPr lang="en-US" sz="17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C2B8CAB-4CD7-5215-90F4-F02F743CFEA3}"/>
              </a:ext>
            </a:extLst>
          </p:cNvPr>
          <p:cNvSpPr/>
          <p:nvPr/>
        </p:nvSpPr>
        <p:spPr>
          <a:xfrm>
            <a:off x="7236086" y="198818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APIs :</a:t>
            </a:r>
            <a:endParaRPr lang="en-US" sz="2150" dirty="0"/>
          </a:p>
        </p:txBody>
      </p:sp>
    </p:spTree>
    <p:extLst>
      <p:ext uri="{BB962C8B-B14F-4D97-AF65-F5344CB8AC3E}">
        <p14:creationId xmlns:p14="http://schemas.microsoft.com/office/powerpoint/2010/main" val="3474720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D8300-047F-0F16-6643-1C687FDCF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16927"/>
            <a:ext cx="13213019" cy="6264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BC55F4-EF9C-B5E2-FED5-25336D378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081" y="7534178"/>
            <a:ext cx="2286319" cy="695422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9CCEDCF5-7F99-1BAD-7D08-827EDCBFE3E9}"/>
              </a:ext>
            </a:extLst>
          </p:cNvPr>
          <p:cNvSpPr/>
          <p:nvPr/>
        </p:nvSpPr>
        <p:spPr>
          <a:xfrm>
            <a:off x="760945" y="219952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 APIs</a:t>
            </a:r>
            <a:endParaRPr lang="en-US" sz="21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4243F70-9A74-D850-BCC3-9B70F33E262E}"/>
              </a:ext>
            </a:extLst>
          </p:cNvPr>
          <p:cNvSpPr/>
          <p:nvPr/>
        </p:nvSpPr>
        <p:spPr>
          <a:xfrm>
            <a:off x="777240" y="853824"/>
            <a:ext cx="626709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POST/api/auth/register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20923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31CCBF-1D6F-BA81-5D07-CD1DC95D4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68" y="1423166"/>
            <a:ext cx="13279703" cy="6401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1D1D48-F8AE-37DF-4032-97D6BB797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1777" y="7562757"/>
            <a:ext cx="2410161" cy="666843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C8E19EB3-CF9A-7445-AAAC-8A698FEBCCDC}"/>
              </a:ext>
            </a:extLst>
          </p:cNvPr>
          <p:cNvSpPr/>
          <p:nvPr/>
        </p:nvSpPr>
        <p:spPr>
          <a:xfrm>
            <a:off x="1166000" y="115462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Dome APIs</a:t>
            </a:r>
            <a:endParaRPr lang="en-US" sz="21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DC3C3E-E00B-CB01-4D55-20C09C6FFCF5}"/>
              </a:ext>
            </a:extLst>
          </p:cNvPr>
          <p:cNvSpPr/>
          <p:nvPr/>
        </p:nvSpPr>
        <p:spPr>
          <a:xfrm>
            <a:off x="3408928" y="190481"/>
            <a:ext cx="6267093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/api/domes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139032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B8B46-E23F-5320-1086-41D613A31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39" y="1694984"/>
            <a:ext cx="13203493" cy="6311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EB0A5D-F5B1-017A-0BCF-DB79AAB74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186" y="7477020"/>
            <a:ext cx="2248214" cy="752580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00D9C6A9-4320-FCE7-991F-05AB23A30377}"/>
              </a:ext>
            </a:extLst>
          </p:cNvPr>
          <p:cNvSpPr/>
          <p:nvPr/>
        </p:nvSpPr>
        <p:spPr>
          <a:xfrm>
            <a:off x="735687" y="223025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Stall APIs</a:t>
            </a:r>
            <a:endParaRPr lang="en-US" sz="215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715ABD8-79F5-E074-FB3C-4EDA0DB049DB}"/>
              </a:ext>
            </a:extLst>
          </p:cNvPr>
          <p:cNvSpPr/>
          <p:nvPr/>
        </p:nvSpPr>
        <p:spPr>
          <a:xfrm>
            <a:off x="3188956" y="223025"/>
            <a:ext cx="6267093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/api/stalls</a:t>
            </a: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63196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BDD1CAC2-15AA-697A-2CFD-498EBB1B3FAB}"/>
              </a:ext>
            </a:extLst>
          </p:cNvPr>
          <p:cNvSpPr/>
          <p:nvPr/>
        </p:nvSpPr>
        <p:spPr>
          <a:xfrm>
            <a:off x="724536" y="185970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APIs</a:t>
            </a:r>
            <a:endParaRPr lang="en-US" sz="21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8E506-6539-7C2B-348C-78E32FE95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712" y="7553231"/>
            <a:ext cx="2419688" cy="6763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D5A478-2757-153E-A556-629EFEFC5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17" y="802888"/>
            <a:ext cx="13193966" cy="7146259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E599D83A-DC21-61DC-5B8B-EC85FA8CE481}"/>
              </a:ext>
            </a:extLst>
          </p:cNvPr>
          <p:cNvSpPr/>
          <p:nvPr/>
        </p:nvSpPr>
        <p:spPr>
          <a:xfrm>
            <a:off x="3311620" y="171218"/>
            <a:ext cx="6267093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/>
              <a:t>/api/bookings/create</a:t>
            </a:r>
          </a:p>
        </p:txBody>
      </p:sp>
    </p:spTree>
    <p:extLst>
      <p:ext uri="{BB962C8B-B14F-4D97-AF65-F5344CB8AC3E}">
        <p14:creationId xmlns:p14="http://schemas.microsoft.com/office/powerpoint/2010/main" val="755376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>
            <a:extLst>
              <a:ext uri="{FF2B5EF4-FFF2-40B4-BE49-F238E27FC236}">
                <a16:creationId xmlns:a16="http://schemas.microsoft.com/office/drawing/2014/main" id="{5632EA3D-2399-7ED8-0323-F9A1BE6A0126}"/>
              </a:ext>
            </a:extLst>
          </p:cNvPr>
          <p:cNvSpPr/>
          <p:nvPr/>
        </p:nvSpPr>
        <p:spPr>
          <a:xfrm>
            <a:off x="679931" y="184062"/>
            <a:ext cx="277618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Aadhaar APIs</a:t>
            </a:r>
            <a:endParaRPr lang="en-US" sz="21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C25E5-B73F-5F60-1B1A-4DC4BDACA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186" y="7562757"/>
            <a:ext cx="2248214" cy="6668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100D1-A666-0163-7709-C0D9B0FF6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31" y="774181"/>
            <a:ext cx="13241598" cy="711084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B4E9F6C7-7F67-4138-DBDC-0ADDC0800E5A}"/>
              </a:ext>
            </a:extLst>
          </p:cNvPr>
          <p:cNvSpPr/>
          <p:nvPr/>
        </p:nvSpPr>
        <p:spPr>
          <a:xfrm>
            <a:off x="2921327" y="146878"/>
            <a:ext cx="6267093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/api/aadhaar/submit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446751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5943" y="101898"/>
            <a:ext cx="2835235" cy="334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Functional Test Cases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00291" y="1475354"/>
            <a:ext cx="22061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 .User Registration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65746" y="1933142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Register with a new email.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1165" y="2428957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Account successfully created.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82255" y="304656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User Login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81169" y="3601610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Login with valid credentials.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65747" y="4140480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JWT token and user role returned.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82255" y="475037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Unauthorized Access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65748" y="5345939"/>
            <a:ext cx="745700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Access </a:t>
            </a:r>
            <a:r>
              <a:rPr lang="en-US" sz="2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/stalls/:domeId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logging in.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765749" y="5849374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Redirect to the login page.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382255" y="6559018"/>
            <a:ext cx="188094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 Duplicate Booking Prevention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81166" y="7211235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Attempt to book an already booked stall.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81167" y="7658020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Booking rejected with an appropriate error message.</a:t>
            </a:r>
            <a:endParaRPr lang="en-US" sz="2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84D2F67-243B-2FF8-F616-CBD577343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923" y="7658020"/>
            <a:ext cx="2524477" cy="5715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7AC29-B98F-8F72-457A-0D99E8108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697" y="3719457"/>
            <a:ext cx="3439005" cy="79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E1036A-099F-89CD-9405-A6F129BC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395" y="7438915"/>
            <a:ext cx="3439005" cy="790685"/>
          </a:xfrm>
          <a:prstGeom prst="rect">
            <a:avLst/>
          </a:prstGeom>
        </p:spPr>
      </p:pic>
      <p:sp>
        <p:nvSpPr>
          <p:cNvPr id="8" name="Text 14">
            <a:extLst>
              <a:ext uri="{FF2B5EF4-FFF2-40B4-BE49-F238E27FC236}">
                <a16:creationId xmlns:a16="http://schemas.microsoft.com/office/drawing/2014/main" id="{8EC2C0C7-6442-DC82-1749-606E641CD650}"/>
              </a:ext>
            </a:extLst>
          </p:cNvPr>
          <p:cNvSpPr/>
          <p:nvPr/>
        </p:nvSpPr>
        <p:spPr>
          <a:xfrm>
            <a:off x="767137" y="836992"/>
            <a:ext cx="147744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 Aadhaar File Validation</a:t>
            </a:r>
            <a:endParaRPr lang="en-US" sz="20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22D6FD20-910F-80B9-694B-0D4C8F6F3C5A}"/>
              </a:ext>
            </a:extLst>
          </p:cNvPr>
          <p:cNvSpPr/>
          <p:nvPr/>
        </p:nvSpPr>
        <p:spPr>
          <a:xfrm>
            <a:off x="880355" y="1478014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Upload a non-image file for Aadhaar verification.</a:t>
            </a:r>
            <a:endParaRPr lang="en-US" sz="2000" dirty="0"/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DBB6C7C1-B556-38F6-1C27-A3A72255D119}"/>
              </a:ext>
            </a:extLst>
          </p:cNvPr>
          <p:cNvSpPr/>
          <p:nvPr/>
        </p:nvSpPr>
        <p:spPr>
          <a:xfrm>
            <a:off x="880359" y="1995566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Validation error.</a:t>
            </a:r>
            <a:endParaRPr lang="en-US" sz="200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AB958683-5D95-1095-73FF-D21A008D80E3}"/>
              </a:ext>
            </a:extLst>
          </p:cNvPr>
          <p:cNvSpPr/>
          <p:nvPr/>
        </p:nvSpPr>
        <p:spPr>
          <a:xfrm>
            <a:off x="521371" y="2690866"/>
            <a:ext cx="156186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6. Invalid Aadhaar Number</a:t>
            </a:r>
            <a:endParaRPr lang="en-US" sz="20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4AA32D7D-6998-FF2B-47A0-B31C4CA3EF5E}"/>
              </a:ext>
            </a:extLst>
          </p:cNvPr>
          <p:cNvSpPr/>
          <p:nvPr/>
        </p:nvSpPr>
        <p:spPr>
          <a:xfrm>
            <a:off x="880356" y="3361608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Upload Aadhaar with an invalid number (not 12 digits).</a:t>
            </a:r>
            <a:endParaRPr lang="en-US" sz="2000" dirty="0"/>
          </a:p>
        </p:txBody>
      </p:sp>
      <p:sp>
        <p:nvSpPr>
          <p:cNvPr id="13" name="Text 19">
            <a:extLst>
              <a:ext uri="{FF2B5EF4-FFF2-40B4-BE49-F238E27FC236}">
                <a16:creationId xmlns:a16="http://schemas.microsoft.com/office/drawing/2014/main" id="{09B656A5-F889-B112-CC26-AB285FE073FE}"/>
              </a:ext>
            </a:extLst>
          </p:cNvPr>
          <p:cNvSpPr/>
          <p:nvPr/>
        </p:nvSpPr>
        <p:spPr>
          <a:xfrm>
            <a:off x="880357" y="3870604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Validation error.</a:t>
            </a:r>
            <a:endParaRPr lang="en-US" sz="2000" dirty="0"/>
          </a:p>
        </p:txBody>
      </p:sp>
      <p:sp>
        <p:nvSpPr>
          <p:cNvPr id="14" name="Text 20">
            <a:extLst>
              <a:ext uri="{FF2B5EF4-FFF2-40B4-BE49-F238E27FC236}">
                <a16:creationId xmlns:a16="http://schemas.microsoft.com/office/drawing/2014/main" id="{AD1C0168-FAE1-B2A4-563F-45F3A122A246}"/>
              </a:ext>
            </a:extLst>
          </p:cNvPr>
          <p:cNvSpPr/>
          <p:nvPr/>
        </p:nvSpPr>
        <p:spPr>
          <a:xfrm>
            <a:off x="569257" y="459498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7. Admin Approval</a:t>
            </a:r>
            <a:endParaRPr lang="en-US" sz="2000" dirty="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F978BBE4-0DFD-CEA9-F329-B6B75A011F14}"/>
              </a:ext>
            </a:extLst>
          </p:cNvPr>
          <p:cNvSpPr/>
          <p:nvPr/>
        </p:nvSpPr>
        <p:spPr>
          <a:xfrm>
            <a:off x="880358" y="5159392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Admin approves a pending booking.</a:t>
            </a:r>
            <a:endParaRPr lang="en-US" sz="2000" dirty="0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BC816676-D0B7-E9EB-1BAE-A53450CB338E}"/>
              </a:ext>
            </a:extLst>
          </p:cNvPr>
          <p:cNvSpPr/>
          <p:nvPr/>
        </p:nvSpPr>
        <p:spPr>
          <a:xfrm>
            <a:off x="880359" y="5711494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Booking status updates to APPROVED.</a:t>
            </a:r>
            <a:endParaRPr lang="en-US" sz="2000" dirty="0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36084415-9FB9-AA97-0B6C-DD368D00CF93}"/>
              </a:ext>
            </a:extLst>
          </p:cNvPr>
          <p:cNvSpPr/>
          <p:nvPr/>
        </p:nvSpPr>
        <p:spPr>
          <a:xfrm>
            <a:off x="532077" y="639922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8. Booking Cancellation</a:t>
            </a:r>
            <a:endParaRPr lang="en-US" sz="2000" dirty="0"/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AF687ADF-9082-323B-9066-9AFDB606908E}"/>
              </a:ext>
            </a:extLst>
          </p:cNvPr>
          <p:cNvSpPr/>
          <p:nvPr/>
        </p:nvSpPr>
        <p:spPr>
          <a:xfrm>
            <a:off x="926792" y="7000861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Cancel an active booking.</a:t>
            </a:r>
            <a:endParaRPr lang="en-US" sz="2000" dirty="0"/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E0D2B677-E377-D993-751C-E2319550671E}"/>
              </a:ext>
            </a:extLst>
          </p:cNvPr>
          <p:cNvSpPr/>
          <p:nvPr/>
        </p:nvSpPr>
        <p:spPr>
          <a:xfrm>
            <a:off x="926793" y="7477259"/>
            <a:ext cx="7457003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Status changes to CANCELLED, stall released.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10978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0195" y="496336"/>
            <a:ext cx="46784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&amp; Role-Based Access Tests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195" y="2674620"/>
            <a:ext cx="4989671" cy="27848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76442" y="1902023"/>
            <a:ext cx="2559010" cy="1079778"/>
          </a:xfrm>
          <a:prstGeom prst="roundRect">
            <a:avLst>
              <a:gd name="adj" fmla="val 677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442" y="1886783"/>
            <a:ext cx="2559010" cy="609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806" y="1732002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887843" y="1817013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8805029" y="2185511"/>
            <a:ext cx="207144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Unauthorized Admin API Access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8805029" y="2419350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regular user attempts to access an admin-only API endpoint.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8805029" y="2725579"/>
            <a:ext cx="2301835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403 Forbidden response.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8676442" y="3208496"/>
            <a:ext cx="2559010" cy="1079778"/>
          </a:xfrm>
          <a:prstGeom prst="roundRect">
            <a:avLst>
              <a:gd name="adj" fmla="val 6775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442" y="3193256"/>
            <a:ext cx="2559010" cy="6096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806" y="3038475"/>
            <a:ext cx="340162" cy="3401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887843" y="3123486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8805029" y="3491984"/>
            <a:ext cx="143910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Invalid Token Handling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8805029" y="3725823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request is made with an invalid or tampered JWT token.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8805029" y="4032052"/>
            <a:ext cx="2301835" cy="12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401 Unauthorized response.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8676442" y="4514969"/>
            <a:ext cx="2559010" cy="1207413"/>
          </a:xfrm>
          <a:prstGeom prst="roundRect">
            <a:avLst>
              <a:gd name="adj" fmla="val 6059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442" y="4499729"/>
            <a:ext cx="2559010" cy="60960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806" y="4344948"/>
            <a:ext cx="340162" cy="34016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887843" y="4429958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14"/>
          <p:cNvSpPr/>
          <p:nvPr/>
        </p:nvSpPr>
        <p:spPr>
          <a:xfrm>
            <a:off x="8805029" y="479845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Session Expiration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8805029" y="5032296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 session expires on the front-end due to inactivity.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8805029" y="5338524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Automatic logout or redirect to login page.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8676442" y="5949077"/>
            <a:ext cx="2559010" cy="1207413"/>
          </a:xfrm>
          <a:prstGeom prst="roundRect">
            <a:avLst>
              <a:gd name="adj" fmla="val 6059"/>
            </a:avLst>
          </a:prstGeom>
          <a:solidFill>
            <a:srgbClr val="FAF9F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6442" y="5933837"/>
            <a:ext cx="2559010" cy="60960"/>
          </a:xfrm>
          <a:prstGeom prst="rect">
            <a:avLst/>
          </a:prstGeom>
        </p:spPr>
      </p:pic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806" y="5779056"/>
            <a:ext cx="340162" cy="34016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887843" y="5864066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19"/>
          <p:cNvSpPr/>
          <p:nvPr/>
        </p:nvSpPr>
        <p:spPr>
          <a:xfrm>
            <a:off x="8805029" y="6232565"/>
            <a:ext cx="147566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Aadhaar Data Masking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8805029" y="6466403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Check if Aadhaar number is exposed in any API response.</a:t>
            </a:r>
            <a:endParaRPr lang="en-US" sz="850" dirty="0"/>
          </a:p>
        </p:txBody>
      </p:sp>
      <p:sp>
        <p:nvSpPr>
          <p:cNvPr id="32" name="Text 21"/>
          <p:cNvSpPr/>
          <p:nvPr/>
        </p:nvSpPr>
        <p:spPr>
          <a:xfrm>
            <a:off x="8805029" y="6772632"/>
            <a:ext cx="2301835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</a:t>
            </a: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Aadhaar number is hidden or masked, not exposed in plaintext.</a:t>
            </a:r>
            <a:endParaRPr lang="en-US" sz="8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FC1FFF0-E4BE-2993-E0BC-EFDE431FC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5923" y="7658020"/>
            <a:ext cx="2524477" cy="571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670</Words>
  <Application>Microsoft Office PowerPoint</Application>
  <PresentationFormat>Custom</PresentationFormat>
  <Paragraphs>125</Paragraphs>
  <Slides>26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Consolas</vt:lpstr>
      <vt:lpstr>Host Grotesk Medium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Hiren Patel</cp:lastModifiedBy>
  <cp:revision>9</cp:revision>
  <dcterms:created xsi:type="dcterms:W3CDTF">2026-02-26T09:43:30Z</dcterms:created>
  <dcterms:modified xsi:type="dcterms:W3CDTF">2026-02-27T12:41:31Z</dcterms:modified>
</cp:coreProperties>
</file>