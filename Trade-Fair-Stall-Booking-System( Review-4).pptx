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14630400" cy="8229600"/>
  <p:notesSz cx="8229600" cy="14630400"/>
  <p:embeddedFontLst>
    <p:embeddedFont>
      <p:font typeface="Host Grotesk Medium" panose="020B0604020202020204" charset="0"/>
      <p:regular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74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3351" y="1271609"/>
            <a:ext cx="81576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Trade Fair Stall Booking </a:t>
            </a:r>
          </a:p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</a:t>
            </a:r>
            <a:endParaRPr lang="en-US" sz="445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3DE24AB4-B9AF-287E-42B5-A5FA12D8F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27" name="Text 1">
            <a:extLst>
              <a:ext uri="{FF2B5EF4-FFF2-40B4-BE49-F238E27FC236}">
                <a16:creationId xmlns:a16="http://schemas.microsoft.com/office/drawing/2014/main" id="{17F3DBC2-F64A-9CC4-6EAF-0B3C94BEB10A}"/>
              </a:ext>
            </a:extLst>
          </p:cNvPr>
          <p:cNvSpPr/>
          <p:nvPr/>
        </p:nvSpPr>
        <p:spPr>
          <a:xfrm>
            <a:off x="6926961" y="3920329"/>
            <a:ext cx="7556421" cy="115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Prince Pratapsinh Thakur</a:t>
            </a:r>
          </a:p>
          <a:p>
            <a:pPr marL="0" indent="0" algn="l">
              <a:lnSpc>
                <a:spcPts val="2650"/>
              </a:lnSpc>
              <a:buNone/>
            </a:pPr>
            <a:endParaRPr lang="en-US" sz="28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/>
              <a:t>	                          : </a:t>
            </a:r>
            <a:r>
              <a:rPr lang="en-US" sz="2800" dirty="0"/>
              <a:t>Keval Girishbhai Patel</a:t>
            </a:r>
            <a:r>
              <a:rPr lang="en-US" sz="1750" dirty="0"/>
              <a:t>	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590179-6D71-81B2-6F0C-A26D3995A344}"/>
              </a:ext>
            </a:extLst>
          </p:cNvPr>
          <p:cNvSpPr txBox="1"/>
          <p:nvPr/>
        </p:nvSpPr>
        <p:spPr>
          <a:xfrm>
            <a:off x="6926961" y="5808886"/>
            <a:ext cx="73152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 Guidance By : </a:t>
            </a:r>
            <a:r>
              <a:rPr lang="en-IN" sz="2800" dirty="0"/>
              <a:t>Dr. Saziya Saiyed</a:t>
            </a: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1800" dirty="0"/>
              <a:t>	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F86957B-354A-BF8D-16AF-B6C58D621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0239" y="7629441"/>
            <a:ext cx="2410161" cy="6001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0881" y="211934"/>
            <a:ext cx="7261741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/>
              <a:t>Full System 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C5CE4A-F50F-FB98-D75C-C2B9402E7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0765" y="7610389"/>
            <a:ext cx="2219635" cy="619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18723F-22EB-4D24-019C-2371A0E35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32" y="1034249"/>
            <a:ext cx="13418935" cy="66740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D2A4C5-8D1D-C5FD-84F8-3B3997D0A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344" y="7648494"/>
            <a:ext cx="2372056" cy="581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E5330B-2C05-D358-9766-B2F7A03FF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75" y="379142"/>
            <a:ext cx="14162050" cy="744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95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186B67-C413-1706-9CCB-95C6EF1E3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133" y="7534178"/>
            <a:ext cx="2448267" cy="695422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DAA218D8-1D44-F85C-ACAE-5137D831AB6D}"/>
              </a:ext>
            </a:extLst>
          </p:cNvPr>
          <p:cNvSpPr/>
          <p:nvPr/>
        </p:nvSpPr>
        <p:spPr>
          <a:xfrm>
            <a:off x="430881" y="211934"/>
            <a:ext cx="7261741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/>
              <a:t>Home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6CCE50-FD3A-A39C-0316-6748ACE17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63" y="770046"/>
            <a:ext cx="14228958" cy="706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1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4C4670-12B5-588D-5026-16DC6928D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975" y="7619915"/>
            <a:ext cx="2505425" cy="6096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0747AD-2AFB-D933-7963-92588CED4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78" y="524107"/>
            <a:ext cx="14050537" cy="735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87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3D39DD-F894-0B2E-6273-9AA79E21C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975" y="7619915"/>
            <a:ext cx="2505425" cy="60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6BD289-69DE-F828-3C24-B21188E78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933"/>
            <a:ext cx="14630400" cy="756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5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3F5EDE-9F4F-D1F5-473F-9BDBE2F0B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975" y="7619915"/>
            <a:ext cx="2505425" cy="60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83E4CA-3FAA-9BFD-9CA8-2EFE27D18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629"/>
            <a:ext cx="14630400" cy="763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73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712AB8-8A74-7953-2AAD-5AB6EB2A5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975" y="7619915"/>
            <a:ext cx="2505425" cy="60968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20DBFAB-E9CB-C8F3-50F0-0D891043B07D}"/>
              </a:ext>
            </a:extLst>
          </p:cNvPr>
          <p:cNvSpPr/>
          <p:nvPr/>
        </p:nvSpPr>
        <p:spPr>
          <a:xfrm>
            <a:off x="430881" y="211934"/>
            <a:ext cx="7261741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/>
              <a:t>Dome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72C32-4494-7908-EFF8-CD0DF3355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4666"/>
            <a:ext cx="14630400" cy="713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73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741C8F-EFAC-D01C-8291-C95706971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370" y="7619915"/>
            <a:ext cx="2505425" cy="60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FA98A6-224C-1125-451B-C9D62CD2A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2234"/>
            <a:ext cx="14630400" cy="743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5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B95858-F129-7A57-4317-5D2B75968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975" y="7619915"/>
            <a:ext cx="2505425" cy="60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B24F7C-7EA1-F0C5-00F6-D8B1EC5C0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2642"/>
            <a:ext cx="14630400" cy="56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45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340201-B006-CEA9-5524-1B949356B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975" y="7619915"/>
            <a:ext cx="2505425" cy="60968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76388DD-12F5-C6E3-617B-C124C23C1B3B}"/>
              </a:ext>
            </a:extLst>
          </p:cNvPr>
          <p:cNvSpPr/>
          <p:nvPr/>
        </p:nvSpPr>
        <p:spPr>
          <a:xfrm>
            <a:off x="430881" y="211934"/>
            <a:ext cx="7261741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/>
              <a:t>View Stall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93BE81-22EF-BEBA-8350-B3BA8B3BB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2606"/>
            <a:ext cx="14630400" cy="708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45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A33DEB-DCD1-E7E4-0D82-7ECDD6DBA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975" y="7619915"/>
            <a:ext cx="2505425" cy="60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876A1A-04B2-27AF-520C-CE24C49B3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770" y="100361"/>
            <a:ext cx="4346859" cy="801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2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0E740D-969E-2713-2CF4-EC7FB450D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6087" y="7619915"/>
            <a:ext cx="2505425" cy="60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3C5C26-796B-A533-4D97-9C048515E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246" y="580532"/>
            <a:ext cx="9011908" cy="706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323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4D7B46-CF6B-3964-8FE2-721852C11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975" y="7619915"/>
            <a:ext cx="2505425" cy="60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FF600F-745D-59F0-E3DC-8B47B1D45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009" y="571005"/>
            <a:ext cx="9002381" cy="708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34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FEF5B2-3B4B-F820-0B5B-B5D29C577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8390" y="7619915"/>
            <a:ext cx="2505425" cy="609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5FD52B-9D18-141A-FFB3-0FEC41F96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009" y="599584"/>
            <a:ext cx="9002381" cy="703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809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864E12-1E6B-EB19-176C-F43604698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238" y="7594363"/>
            <a:ext cx="2953162" cy="590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582D7A-C4DD-0E47-4CEC-2E85A16F2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437" y="0"/>
            <a:ext cx="760752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15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255B19-80FB-65C4-A8FB-969F615D5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238" y="7638968"/>
            <a:ext cx="2953162" cy="590632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9AE57FD-A649-C9D4-8BB4-A973ED020820}"/>
              </a:ext>
            </a:extLst>
          </p:cNvPr>
          <p:cNvSpPr/>
          <p:nvPr/>
        </p:nvSpPr>
        <p:spPr>
          <a:xfrm>
            <a:off x="430881" y="211934"/>
            <a:ext cx="7261741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/>
              <a:t>Admin Side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B748B6-3904-988D-6A55-B968FF255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20" y="836492"/>
            <a:ext cx="14173200" cy="701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94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27C2F-0406-D654-3595-89FC89029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238" y="7638968"/>
            <a:ext cx="2953162" cy="5906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87D8FA-100D-1681-5FF0-ABFB86DA9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0" y="278780"/>
            <a:ext cx="14429679" cy="763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83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674BC-AA3F-AED0-C027-DDDADC3E5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238" y="7638968"/>
            <a:ext cx="2953162" cy="590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717AD3-F44E-CB50-504C-CF8BF4182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68" y="401445"/>
            <a:ext cx="14284712" cy="752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96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752E82-7B51-0B40-670D-0675260D7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238" y="7638968"/>
            <a:ext cx="2953162" cy="590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C0FEB8-DBE9-DB96-9109-D1AB529AB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0" y="289931"/>
            <a:ext cx="14451980" cy="761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52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DDC18-C508-2AF7-E068-BB21D41B7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1497" y="7532840"/>
            <a:ext cx="2953162" cy="590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504DBC-BCFD-519F-AC00-660F1E0B9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41" y="223024"/>
            <a:ext cx="14333938" cy="776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3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CFEA07-677F-9E4D-60AB-13E5050B4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238" y="7672422"/>
            <a:ext cx="2953162" cy="590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1E8F87-7257-6720-D569-F76F1ED6E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66" y="267629"/>
            <a:ext cx="14351619" cy="773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02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0995E-3B51-90DC-1337-BC5A6A6ED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238" y="7594363"/>
            <a:ext cx="2953162" cy="590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782655-EEB0-632B-5B7D-6CDE70FCD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0" y="234175"/>
            <a:ext cx="14396225" cy="766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248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1D25DF-AD4F-C821-8D91-2E357B21A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238" y="7638968"/>
            <a:ext cx="2953162" cy="590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FEDB59-5086-1E51-A4DF-ED94EDCE7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68" y="223024"/>
            <a:ext cx="14251259" cy="764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50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FDEBF-74B2-5748-10A6-0A29EDEFE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238" y="7638968"/>
            <a:ext cx="2953162" cy="590632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F08D328-6AB8-BDF1-96B7-271CDAB8D0A6}"/>
              </a:ext>
            </a:extLst>
          </p:cNvPr>
          <p:cNvSpPr/>
          <p:nvPr/>
        </p:nvSpPr>
        <p:spPr>
          <a:xfrm>
            <a:off x="430881" y="211934"/>
            <a:ext cx="7261741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/>
              <a:t>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CD7AF-3A5F-CC4D-17D3-6C1F6D794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24" y="811899"/>
            <a:ext cx="14039386" cy="660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13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2376DC-1532-D7F0-F1BA-22507FBC6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238" y="7638968"/>
            <a:ext cx="2953162" cy="5906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677810-A08B-7C59-CAD2-E08758B44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72" y="813620"/>
            <a:ext cx="14117445" cy="660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15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B801C2-3476-2800-86A8-5D918869F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6817" y="7591336"/>
            <a:ext cx="2743583" cy="63826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6C51347-B13D-7E4C-794B-36986018127A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3200" b="1" dirty="0"/>
              <a:t>1 : - Test Case Title : - User Registration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a new user can register successfully with valid details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Test scenario 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Enter valid name, email, password, and required details in the registration form and submit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Expected Result 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system should create a new user account and store the details successfully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Actual 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user account was created successfully and registration completed without errors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Status</a:t>
            </a:r>
            <a:r>
              <a:rPr lang="en-US" sz="2000" dirty="0"/>
              <a:t>  :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75835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4BAA8A-A941-B99E-37C6-BFC62DA05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6817" y="7569034"/>
            <a:ext cx="2743583" cy="638264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E76A15E5-6ED3-4204-4A3F-18150106F3A5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3200" dirty="0"/>
              <a:t>2 : -</a:t>
            </a:r>
            <a:r>
              <a:rPr lang="en-US" sz="3200" b="1" dirty="0"/>
              <a:t>Test Case Title - User Login with Valid Credentials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a registered user can log in successfully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Test</a:t>
            </a:r>
            <a:r>
              <a:rPr lang="en-US" sz="2000" dirty="0"/>
              <a:t> </a:t>
            </a:r>
            <a:r>
              <a:rPr lang="en-US" sz="2000" b="1" dirty="0"/>
              <a:t>scenario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Enter valid email and password in the login form and click on login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Expected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system should authenticate the user and redirect to the appropriate page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Actual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user logged in successfully and was redirected correctly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 Status</a:t>
            </a:r>
            <a:r>
              <a:rPr lang="en-US" sz="2000" dirty="0"/>
              <a:t>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4872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4CF3A1-E26D-8199-28E9-825E1F9EA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7798" y="7591336"/>
            <a:ext cx="2743583" cy="63826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4187F2C5-344C-DFC0-DC79-972535CBDF43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3200" dirty="0"/>
              <a:t>3 : -</a:t>
            </a:r>
            <a:r>
              <a:rPr lang="en-US" sz="3200" b="1" dirty="0"/>
              <a:t>Test Case Title- User Login with Invalid Credentials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the system blocks unauthorized login attempts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Test</a:t>
            </a:r>
            <a:r>
              <a:rPr lang="en-US" sz="2000" dirty="0"/>
              <a:t> </a:t>
            </a:r>
            <a:r>
              <a:rPr lang="en-US" sz="2000" b="1" dirty="0"/>
              <a:t>scenario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Enter invalid email or incorrect password and try to login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Expected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system should display an error message and deny access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Actual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system showed an error message and login was not allowed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 Status</a:t>
            </a:r>
            <a:r>
              <a:rPr lang="en-US" sz="2000" dirty="0"/>
              <a:t>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5783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88E34D-895D-576E-526E-50E519269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7799" y="7591336"/>
            <a:ext cx="2743583" cy="63826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6A6674A-3BBB-0E03-2F3B-83086718E027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endParaRPr lang="en-US" sz="20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614F77C-F63B-E49D-F963-E1C099CD786B}"/>
              </a:ext>
            </a:extLst>
          </p:cNvPr>
          <p:cNvSpPr/>
          <p:nvPr/>
        </p:nvSpPr>
        <p:spPr>
          <a:xfrm>
            <a:off x="672491" y="5539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3200" dirty="0"/>
              <a:t>4: -</a:t>
            </a:r>
            <a:r>
              <a:rPr lang="en-US" sz="3200" b="1" dirty="0"/>
              <a:t>Test Case Title- View Available Domes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all available domes are displayed to the user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Test</a:t>
            </a:r>
            <a:r>
              <a:rPr lang="en-US" sz="2000" dirty="0"/>
              <a:t> </a:t>
            </a:r>
            <a:r>
              <a:rPr lang="en-US" sz="2000" b="1" dirty="0"/>
              <a:t>scenario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Open the dome selection page after login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Expected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system should show the list of available domes with correct details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Actual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All available domes were displayed successfully with proper information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 Status</a:t>
            </a:r>
            <a:r>
              <a:rPr lang="en-US" sz="2000" dirty="0"/>
              <a:t>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709681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F8CED4-02E3-A4E5-F71A-72A8856D1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6817" y="7591336"/>
            <a:ext cx="2743583" cy="63826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40A4DE7-6FC1-431A-307A-F6C325955124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3200" dirty="0"/>
              <a:t>5: -</a:t>
            </a:r>
            <a:r>
              <a:rPr lang="en-US" sz="3200" b="1" dirty="0"/>
              <a:t>Test Case Title- View Stalls for Selected Dome</a:t>
            </a:r>
          </a:p>
          <a:p>
            <a:pPr>
              <a:lnSpc>
                <a:spcPts val="4300"/>
              </a:lnSpc>
            </a:pPr>
            <a:r>
              <a:rPr lang="en-US" sz="3200" b="1" dirty="0"/>
              <a:t> </a:t>
            </a: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stalls are displayed based on the selected dome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Test</a:t>
            </a:r>
            <a:r>
              <a:rPr lang="en-US" sz="2000" dirty="0"/>
              <a:t> </a:t>
            </a:r>
            <a:r>
              <a:rPr lang="en-US" sz="2000" b="1" dirty="0"/>
              <a:t>scenario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Select a dome and navigate to the stall display page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Expected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system should display only the stalls that belong to the selected dome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Actual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correct stalls for the selected dome were displayed successfully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Status</a:t>
            </a:r>
            <a:r>
              <a:rPr lang="en-US" sz="2000" dirty="0"/>
              <a:t>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871567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7417B5-45D5-7FE5-316A-8548E6FC3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6817" y="7591336"/>
            <a:ext cx="2743583" cy="63826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3946F5B-D98D-7353-9844-D1C714166C67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3200" dirty="0"/>
              <a:t>6 : -</a:t>
            </a:r>
            <a:r>
              <a:rPr lang="en-US" sz="3200" b="1" dirty="0"/>
              <a:t>Test Case Title- Stall Booking Request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a user can book an available stall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Test</a:t>
            </a:r>
            <a:r>
              <a:rPr lang="en-US" sz="2000" dirty="0"/>
              <a:t> </a:t>
            </a:r>
            <a:r>
              <a:rPr lang="en-US" sz="2000" b="1" dirty="0"/>
              <a:t>scenario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Select an available stall and submit the booking request with required details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Expected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booking should be created successfully and stall status should update accordingly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Actual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booking was created successfully and the stall status was updated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 Status</a:t>
            </a:r>
            <a:r>
              <a:rPr lang="en-US" sz="2000" dirty="0"/>
              <a:t>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40254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D0631A-D237-6966-40B7-6F84C1EEC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6817" y="7591336"/>
            <a:ext cx="2743583" cy="63826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E39A4CF-E763-63F3-4E3D-965712A34A34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3200" dirty="0"/>
              <a:t>7 : -</a:t>
            </a:r>
            <a:r>
              <a:rPr lang="en-US" sz="3200" b="1" dirty="0"/>
              <a:t>Test Case Title- Aadhaar Upload Verification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the Aadhaar document upload works correctly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Test</a:t>
            </a:r>
            <a:r>
              <a:rPr lang="en-US" sz="2000" dirty="0"/>
              <a:t> </a:t>
            </a:r>
            <a:r>
              <a:rPr lang="en-US" sz="2000" b="1" dirty="0"/>
              <a:t>scenario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Upload a valid Aadhaar image/document during the booking process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Expected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document should be uploaded successfully and linked to the user verification process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Actual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Aadhaar document was uploaded successfully and saved in the system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 Status</a:t>
            </a:r>
            <a:r>
              <a:rPr lang="en-US" sz="2000" dirty="0"/>
              <a:t>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87031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5698D1-D5C9-B1C1-CC16-F2D7D1561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290" y="7477020"/>
            <a:ext cx="3115110" cy="75258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DBE09FA8-C4FB-9252-B337-5FCFB86EEFF3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3200" dirty="0"/>
              <a:t>8 : -</a:t>
            </a:r>
            <a:r>
              <a:rPr lang="en-US" sz="3200" b="1" dirty="0"/>
              <a:t>Test Case Title- Admin Creates New Dome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the admin can add a new dome successfully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Test</a:t>
            </a:r>
            <a:r>
              <a:rPr lang="en-US" sz="2000" dirty="0"/>
              <a:t> </a:t>
            </a:r>
            <a:r>
              <a:rPr lang="en-US" sz="2000" b="1" dirty="0"/>
              <a:t>scenario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Log in as admin, enter valid dome details, and submit the create dome form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Expected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A new dome should be created and displayed in the dome list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Actual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new dome was created successfully and appeared in the system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 Status</a:t>
            </a:r>
            <a:r>
              <a:rPr lang="en-US" sz="2000" dirty="0"/>
              <a:t>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98714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E957F7-AC33-4EEB-7B2D-35B0979C5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290" y="7477020"/>
            <a:ext cx="3115110" cy="75258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45EA546-6956-A619-7AA8-8B573E32A4B4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3200" dirty="0"/>
              <a:t>9 : -</a:t>
            </a:r>
            <a:r>
              <a:rPr lang="en-US" sz="3200" b="1" dirty="0"/>
              <a:t>Test Case Title- Admin Creates Stalls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the admin can create stalls for a selected dome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Test</a:t>
            </a:r>
            <a:r>
              <a:rPr lang="en-US" sz="2000" dirty="0"/>
              <a:t> </a:t>
            </a:r>
            <a:r>
              <a:rPr lang="en-US" sz="2000" b="1" dirty="0"/>
              <a:t>scenario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Log in as admin, enter valid stall details, and create multiple stalls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Expected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stalls should be created successfully and mapped to the selected dome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Actual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stalls were created successfully and stored under the selected dome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 Status</a:t>
            </a:r>
            <a:r>
              <a:rPr lang="en-US" sz="2000" dirty="0"/>
              <a:t>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250514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4E9DA8-AEAF-1D07-4F79-F74CC8520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290" y="7477020"/>
            <a:ext cx="3115110" cy="75258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3BC0A3B-6608-131E-B2F8-470DFA566222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3200" dirty="0"/>
              <a:t>10 : -</a:t>
            </a:r>
            <a:r>
              <a:rPr lang="en-US" sz="3200" b="1" dirty="0"/>
              <a:t>Test Case Title- Admin Updates Stall Details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stall details can be updated by the admin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Test</a:t>
            </a:r>
            <a:r>
              <a:rPr lang="en-US" sz="2000" dirty="0"/>
              <a:t> </a:t>
            </a:r>
            <a:r>
              <a:rPr lang="en-US" sz="2000" b="1" dirty="0"/>
              <a:t>scenario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Edit stall price or status from the admin panel and save changes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Expected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updated stall details should be saved and reflected in the system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Actual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 marL="342900" indent="-342900">
              <a:lnSpc>
                <a:spcPts val="4300"/>
              </a:lnSpc>
              <a:buFontTx/>
              <a:buChar char="-"/>
            </a:pPr>
            <a:r>
              <a:rPr lang="en-US" sz="2000" dirty="0"/>
              <a:t>The stall details were updated successfully and displayed correctly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 Status</a:t>
            </a:r>
            <a:r>
              <a:rPr lang="en-US" sz="2000" dirty="0"/>
              <a:t>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51490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5795D-0554-E979-1D94-612859097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290" y="7477020"/>
            <a:ext cx="3115110" cy="75258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B5CCAE4-F584-03E0-3997-5BA74680C2F7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3200" dirty="0"/>
              <a:t>11 : -</a:t>
            </a:r>
            <a:r>
              <a:rPr lang="en-US" sz="3200" b="1" dirty="0"/>
              <a:t>Test Case Title- Booking Cancellation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an existing booking can be cancelled successfully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Test</a:t>
            </a:r>
            <a:r>
              <a:rPr lang="en-US" sz="2000" dirty="0"/>
              <a:t> </a:t>
            </a:r>
            <a:r>
              <a:rPr lang="en-US" sz="2000" b="1" dirty="0"/>
              <a:t>scenario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Select an existing booking and perform the cancel action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Expected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booking status should change to cancelled and the system should update records correctly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Actual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booking was cancelled successfully and the status was updated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 Status</a:t>
            </a:r>
            <a:r>
              <a:rPr lang="en-US" sz="2000" dirty="0"/>
              <a:t>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68387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55BD7D-42B6-1205-832A-526B085E3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290" y="7432415"/>
            <a:ext cx="3115110" cy="75258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C7938C6-529A-095E-E7C3-187B51C66EB4}"/>
              </a:ext>
            </a:extLst>
          </p:cNvPr>
          <p:cNvSpPr/>
          <p:nvPr/>
        </p:nvSpPr>
        <p:spPr>
          <a:xfrm>
            <a:off x="520091" y="401505"/>
            <a:ext cx="11657041" cy="7828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3200" dirty="0"/>
              <a:t> 12: -</a:t>
            </a:r>
            <a:r>
              <a:rPr lang="en-US" sz="3200" b="1" dirty="0"/>
              <a:t>Test Case Title- Admin Booking Management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objective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To verify that the admin can view and manage all bookings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Test</a:t>
            </a:r>
            <a:r>
              <a:rPr lang="en-US" sz="2000" dirty="0"/>
              <a:t> </a:t>
            </a:r>
            <a:r>
              <a:rPr lang="en-US" sz="2000" b="1" dirty="0"/>
              <a:t>scenario</a:t>
            </a:r>
            <a:r>
              <a:rPr lang="en-US" sz="2000" dirty="0"/>
              <a:t>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Log in as admin, open booking management, and update the booking status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Expected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All bookings should be visible and status updates should be saved successfully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 </a:t>
            </a:r>
            <a:r>
              <a:rPr lang="en-US" sz="2000" b="1" dirty="0"/>
              <a:t>Actual</a:t>
            </a:r>
            <a:r>
              <a:rPr lang="en-US" sz="2000" dirty="0"/>
              <a:t> </a:t>
            </a:r>
            <a:r>
              <a:rPr lang="en-US" sz="2000" b="1" dirty="0"/>
              <a:t>Result</a:t>
            </a:r>
            <a:r>
              <a:rPr lang="en-US" sz="2000" dirty="0"/>
              <a:t> : </a:t>
            </a:r>
          </a:p>
          <a:p>
            <a:pPr>
              <a:lnSpc>
                <a:spcPts val="4300"/>
              </a:lnSpc>
            </a:pPr>
            <a:r>
              <a:rPr lang="en-US" sz="2000" dirty="0"/>
              <a:t>- The admin was able to view all bookings and update booking status successfully</a:t>
            </a:r>
          </a:p>
          <a:p>
            <a:pPr>
              <a:lnSpc>
                <a:spcPts val="4300"/>
              </a:lnSpc>
            </a:pPr>
            <a:r>
              <a:rPr lang="en-US" sz="2000" b="1" dirty="0"/>
              <a:t> Status</a:t>
            </a:r>
            <a:r>
              <a:rPr lang="en-US" sz="2000" dirty="0"/>
              <a:t> - Pass</a:t>
            </a:r>
          </a:p>
          <a:p>
            <a:pPr>
              <a:lnSpc>
                <a:spcPts val="43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0670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8C9D49-7567-5F6D-7A68-3334B2F0F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290" y="7410113"/>
            <a:ext cx="3115110" cy="75258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0A79961-9448-7073-8419-B9BDFC36BA67}"/>
              </a:ext>
            </a:extLst>
          </p:cNvPr>
          <p:cNvSpPr/>
          <p:nvPr/>
        </p:nvSpPr>
        <p:spPr>
          <a:xfrm>
            <a:off x="430881" y="211934"/>
            <a:ext cx="7261741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/>
              <a:t>Report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65CB53-5B08-1D39-A374-8D22ADE4A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5" y="773908"/>
            <a:ext cx="14329318" cy="724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2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978</Words>
  <Application>Microsoft Office PowerPoint</Application>
  <PresentationFormat>Custom</PresentationFormat>
  <Paragraphs>136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Host Grotesk Medium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Hiren Patel</cp:lastModifiedBy>
  <cp:revision>15</cp:revision>
  <dcterms:created xsi:type="dcterms:W3CDTF">2026-02-26T09:43:30Z</dcterms:created>
  <dcterms:modified xsi:type="dcterms:W3CDTF">2026-03-28T04:25:31Z</dcterms:modified>
</cp:coreProperties>
</file>