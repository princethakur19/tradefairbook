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EFE37-DC81-4B2D-DCD0-9F327AB7C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34281-4FF2-DE00-00A0-20F273143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4562F-3726-4936-A867-4FBD25C8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D405-71D4-408C-A749-545BA90CE5D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DBBCD-20BA-2A7D-A7BA-1E57C1A6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D2E72-14D7-C415-E78B-07C26A708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CF8F-90F1-4A70-896B-F262FE121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81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1E9E-A6B6-1F63-8B14-705D7EDD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8A768-D837-A354-6B32-6CDF67742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CE74B-3C0B-5F86-DE72-35467664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D405-71D4-408C-A749-545BA90CE5D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EDA39-0215-E261-2359-E77F7C2B6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65C19-F0BD-1629-E63C-378141F1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CF8F-90F1-4A70-896B-F262FE121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222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0E752-216F-5227-EF61-19002409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874D8-02C1-5288-BDA2-F3ABC6E04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482E3-6240-E208-628D-07D09E221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D405-71D4-408C-A749-545BA90CE5D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6B9AB-413D-B65A-E307-2FD97252A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293DB-5FB6-4571-4BC9-D9D43F2F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CF8F-90F1-4A70-896B-F262FE121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4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95CE6-483A-1954-A3EA-458ABBFF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85115-B3D5-DC82-C129-B52BFC0C5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A38C0-F994-5527-2C64-4E3D5E6BB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567B5-F2FC-60F5-507E-761E59B74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D405-71D4-408C-A749-545BA90CE5D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0C01-4838-14DD-259F-11EDB7B8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4A233-48F5-F184-D9DA-9553F28C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CF8F-90F1-4A70-896B-F262FE121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23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6F1DB-7739-DDB7-0589-5958BEF8A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E44C9-FF41-A377-BEF9-807D5B25E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A5860-43D8-D053-25ED-187B58F2E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48FC5-29F1-A74A-BBFC-E5FF5FA34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6AC7D-7F55-DF65-F440-10B8D5C06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99EE6F-559C-D7D6-2F6C-FC26142D6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D405-71D4-408C-A749-545BA90CE5D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1272C-DD28-89EA-8EBB-84556144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D70095-E3AE-2C54-C878-CB79F579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CF8F-90F1-4A70-896B-F262FE121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061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1BB8-F981-23EF-6DB9-5E2E29004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843CC-3604-B2E1-35D1-CE363F1F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D405-71D4-408C-A749-545BA90CE5D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F4C2E-DDFA-323F-917F-49DF3AA0A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B75BD-21AE-B784-10B2-06CB7CAA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CF8F-90F1-4A70-896B-F262FE121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99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78E99B-7A4D-4370-04DA-BD951827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D405-71D4-408C-A749-545BA90CE5D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F80591-86AE-18EC-25AC-D441BBE3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821A0-7C8C-96C1-C5FA-8A58763A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CF8F-90F1-4A70-896B-F262FE121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192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1A251-8449-6F0B-C4C3-7C568A40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E8418-54CC-2BCB-6C52-DA4F54E20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62F34-610C-8D74-6102-07ED737CB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49A7B-00D2-744E-A83E-8F786808E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D405-71D4-408C-A749-545BA90CE5D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3BB3A-4124-F229-0B7B-7777133E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BA11D-43A6-402B-B993-0AAF352F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CF8F-90F1-4A70-896B-F262FE121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39A8-D423-A8AA-1848-D8892B21C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6F59E3-1710-4707-C642-3A79A9918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E5F73-B212-2C2E-E1D3-C93092F2A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9E513-61A7-6E49-64C6-F3F2A7664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D405-71D4-408C-A749-545BA90CE5D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DFEB3-72F3-E8D8-33DB-B74850866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B5C5C-456B-AC9E-F11A-79BFE1256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CF8F-90F1-4A70-896B-F262FE121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626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4FDA-7975-45C6-56E5-8B740A31B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249DA-5C07-7BE3-DAC2-B5E9AB209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F00FA-9224-6858-77FB-687A45CA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D405-71D4-408C-A749-545BA90CE5D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2E4FF-2621-860F-A63F-C3112640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30537-39F9-4C7F-EA9C-CBF6D7ED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CF8F-90F1-4A70-896B-F262FE121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53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7D3FED-BCB7-9146-D1C2-1AC8DD29A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DF51F-1BD9-8BFD-4E4B-C8B2C00A8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29D16-A399-797A-6A9D-158218868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D405-71D4-408C-A749-545BA90CE5D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018D1-56BB-FF12-350A-AB5C20A8D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D0B1-EA77-5329-0A89-3722EF47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CF8F-90F1-4A70-896B-F262FE121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384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2CB78-A2AE-5A4B-4E0A-7E55BF125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F3699-0D9B-FBE7-6E12-C8BC1DBD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2FB43-972E-9C63-FEC4-4E13F2C26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9D405-71D4-408C-A749-545BA90CE5D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C1FC1-449F-C03E-3E1A-50BC00B82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4AF90-D4FF-6EB1-246E-8D261423B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BCF8F-90F1-4A70-896B-F262FE121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1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B2E28E-7213-7725-4BCA-74FF3CDB2DD4}"/>
              </a:ext>
            </a:extLst>
          </p:cNvPr>
          <p:cNvSpPr txBox="1"/>
          <p:nvPr/>
        </p:nvSpPr>
        <p:spPr>
          <a:xfrm>
            <a:off x="762000" y="1524000"/>
            <a:ext cx="762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3000" b="1"/>
              <a:t>TradeFairBook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FA0020-6172-1CFC-999A-DE59B8CCEC15}"/>
              </a:ext>
            </a:extLst>
          </p:cNvPr>
          <p:cNvSpPr txBox="1"/>
          <p:nvPr/>
        </p:nvSpPr>
        <p:spPr>
          <a:xfrm>
            <a:off x="1016000" y="3238500"/>
            <a:ext cx="7112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/>
              <a:t>Review 4 Presentation</a:t>
            </a:r>
          </a:p>
          <a:p>
            <a:pPr algn="ctr"/>
            <a:r>
              <a:rPr lang="en-US" sz="2000"/>
              <a:t>Full System Demo, Testing, Reports and Final Screens</a:t>
            </a:r>
          </a:p>
          <a:p>
            <a:pPr algn="ctr"/>
            <a:r>
              <a:rPr lang="en-US" sz="2000"/>
              <a:t>Date: 28-03-2026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026962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45216D-DDCC-B249-0E53-5B197F2B867B}"/>
              </a:ext>
            </a:extLst>
          </p:cNvPr>
          <p:cNvSpPr txBox="1"/>
          <p:nvPr/>
        </p:nvSpPr>
        <p:spPr>
          <a:xfrm>
            <a:off x="508000" y="3175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/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BCC70E-8CA8-2D00-3ACE-130F438254C5}"/>
              </a:ext>
            </a:extLst>
          </p:cNvPr>
          <p:cNvSpPr txBox="1"/>
          <p:nvPr/>
        </p:nvSpPr>
        <p:spPr>
          <a:xfrm>
            <a:off x="698500" y="1333500"/>
            <a:ext cx="7874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TradeFairBook is a web-based exhibition stall booking and management system.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It allows exhibitors to view domes, select stalls, upload Aadhaar for verification and place bookings.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It also provides an admin dashboard for dome setup, stall allocation, material management and reports.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036538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669617-0C56-F220-47E8-EC4C1B32D9D1}"/>
              </a:ext>
            </a:extLst>
          </p:cNvPr>
          <p:cNvSpPr txBox="1"/>
          <p:nvPr/>
        </p:nvSpPr>
        <p:spPr>
          <a:xfrm>
            <a:off x="508000" y="3175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/>
              <a:t>Problem Statement and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D0223D-F7A4-70B4-8F21-8D4AB9DB28FB}"/>
              </a:ext>
            </a:extLst>
          </p:cNvPr>
          <p:cNvSpPr txBox="1"/>
          <p:nvPr/>
        </p:nvSpPr>
        <p:spPr>
          <a:xfrm>
            <a:off x="698500" y="1333500"/>
            <a:ext cx="7874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Manual stall booking is slow, error-prone and difficult to track in real time.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The project aims to digitize stall selection, booking approval and report generation.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Main goals are transparency, faster processing, data security and easy administration.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84636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606C87-B46E-AB3F-9EB2-A394EACFECCA}"/>
              </a:ext>
            </a:extLst>
          </p:cNvPr>
          <p:cNvSpPr txBox="1"/>
          <p:nvPr/>
        </p:nvSpPr>
        <p:spPr>
          <a:xfrm>
            <a:off x="508000" y="3175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/>
              <a:t>Technology Stack and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EB303-ABA4-98A6-30A2-D1BE8727B0D4}"/>
              </a:ext>
            </a:extLst>
          </p:cNvPr>
          <p:cNvSpPr txBox="1"/>
          <p:nvPr/>
        </p:nvSpPr>
        <p:spPr>
          <a:xfrm>
            <a:off x="571500" y="1270000"/>
            <a:ext cx="3683000" cy="196977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/>
              <a:t>Frontend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/>
              <a:t>React 19 with Vite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/>
              <a:t>React Router for navigation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/>
              <a:t>Axios for API integration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/>
              <a:t>Responsive UI for user and admin modules</a:t>
            </a:r>
            <a:endParaRPr lang="en-IN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2D1238-865F-7F60-78F1-9CBA1F1BF2DD}"/>
              </a:ext>
            </a:extLst>
          </p:cNvPr>
          <p:cNvSpPr txBox="1"/>
          <p:nvPr/>
        </p:nvSpPr>
        <p:spPr>
          <a:xfrm>
            <a:off x="4508500" y="1270000"/>
            <a:ext cx="3683000" cy="227754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/>
              <a:t>Backend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/>
              <a:t>Node.js and Express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/>
              <a:t>MongoDB with Mongoose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/>
              <a:t>JWT authentication and role-based access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/>
              <a:t>Multer for Aadhaar image upload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322126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3C15DE-F7E6-85F9-05BC-FB42019FFE33}"/>
              </a:ext>
            </a:extLst>
          </p:cNvPr>
          <p:cNvSpPr txBox="1"/>
          <p:nvPr/>
        </p:nvSpPr>
        <p:spPr>
          <a:xfrm>
            <a:off x="508000" y="3175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/>
              <a:t>Implemented User 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282DC-95D9-641D-406B-22DFCC3D6D02}"/>
              </a:ext>
            </a:extLst>
          </p:cNvPr>
          <p:cNvSpPr txBox="1"/>
          <p:nvPr/>
        </p:nvSpPr>
        <p:spPr>
          <a:xfrm>
            <a:off x="698500" y="1333500"/>
            <a:ext cx="7874000" cy="267765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User registration and login with role validation.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Browse domes and view available stalls with real-time status.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Select one or multiple stalls, add extra materials and calculate booking total.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Upload Aadhaar details and image before booking confirmation.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62006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2EE45C-29CB-332C-686D-2F58925B6F5C}"/>
              </a:ext>
            </a:extLst>
          </p:cNvPr>
          <p:cNvSpPr txBox="1"/>
          <p:nvPr/>
        </p:nvSpPr>
        <p:spPr>
          <a:xfrm>
            <a:off x="508000" y="3175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/>
              <a:t>Implemented Admin 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FF9E2-FED9-3D30-12B1-E6EFD3E3075E}"/>
              </a:ext>
            </a:extLst>
          </p:cNvPr>
          <p:cNvSpPr txBox="1"/>
          <p:nvPr/>
        </p:nvSpPr>
        <p:spPr>
          <a:xfrm>
            <a:off x="698500" y="1333500"/>
            <a:ext cx="7874000" cy="30469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Admin dashboard with total users, bookings, pending approvals and revenue summary.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Manage domes, create stall layouts and monitor stall availability.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Manage optional materials per dome with price and active status.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Approve, reject or cancel bookings and view dome-wise reports.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11997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DEDB2F-270B-BD66-FD10-0D3BDF7C547D}"/>
              </a:ext>
            </a:extLst>
          </p:cNvPr>
          <p:cNvSpPr txBox="1"/>
          <p:nvPr/>
        </p:nvSpPr>
        <p:spPr>
          <a:xfrm>
            <a:off x="508000" y="3175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/>
              <a:t>Database and Core Entities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0D5C0-AA84-2BE1-F877-85C5F2FF6A0F}"/>
              </a:ext>
            </a:extLst>
          </p:cNvPr>
          <p:cNvSpPr txBox="1"/>
          <p:nvPr/>
        </p:nvSpPr>
        <p:spPr>
          <a:xfrm>
            <a:off x="698500" y="1333500"/>
            <a:ext cx="7874000" cy="30469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User: stores exhibitor and admin details with role-based access.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Dome and Stall: maintain exhibition area, stall number, side, price and booking status.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Booking: stores selected stall, user, amount, materials and approval status.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AadhaarVerification and Material: support identity proof and optional booking resources.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91191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67E02A-5655-A1D9-4324-B9D8A3916F9E}"/>
              </a:ext>
            </a:extLst>
          </p:cNvPr>
          <p:cNvSpPr txBox="1"/>
          <p:nvPr/>
        </p:nvSpPr>
        <p:spPr>
          <a:xfrm>
            <a:off x="508000" y="3175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/>
              <a:t>Testing and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47F26-C844-955E-D5F3-E002E2B2B259}"/>
              </a:ext>
            </a:extLst>
          </p:cNvPr>
          <p:cNvSpPr txBox="1"/>
          <p:nvPr/>
        </p:nvSpPr>
        <p:spPr>
          <a:xfrm>
            <a:off x="698500" y="1333500"/>
            <a:ext cx="7874000" cy="30469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Tested registration, login, protected routes and JWT-based authorization.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Validated multi-stall booking, duplicate stall prevention and single-dome booking rules.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Verified Aadhaar form validation, image-only upload and file-size checks.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Checked admin actions, report generation and booking status updates through Postman and UI testing.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903784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AB8552-43FC-A757-C912-5732B2E075E3}"/>
              </a:ext>
            </a:extLst>
          </p:cNvPr>
          <p:cNvSpPr txBox="1"/>
          <p:nvPr/>
        </p:nvSpPr>
        <p:spPr>
          <a:xfrm>
            <a:off x="508000" y="3175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/>
              <a:t>Reports and Outcomes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8E745-D9DE-5119-C850-5F1C383D4857}"/>
              </a:ext>
            </a:extLst>
          </p:cNvPr>
          <p:cNvSpPr txBox="1"/>
          <p:nvPr/>
        </p:nvSpPr>
        <p:spPr>
          <a:xfrm>
            <a:off x="698500" y="1333500"/>
            <a:ext cx="7874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System generates dome-wise reports containing total stalls, booked stalls, available stalls and revenue.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Admin dashboard displays booking statistics and revenue by dome for decision support.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Project reduces manual errors and improves booking transparency and tracking.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342111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B7129-FF5F-096E-3AEA-765F4D7BB85E}"/>
              </a:ext>
            </a:extLst>
          </p:cNvPr>
          <p:cNvSpPr txBox="1"/>
          <p:nvPr/>
        </p:nvSpPr>
        <p:spPr>
          <a:xfrm>
            <a:off x="508000" y="3175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Final System Screens - User Module</a:t>
            </a:r>
            <a:endParaRPr lang="en-IN" sz="28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E7BB85-32CC-825B-3EC4-D157C52FC451}"/>
              </a:ext>
            </a:extLst>
          </p:cNvPr>
          <p:cNvSpPr/>
          <p:nvPr/>
        </p:nvSpPr>
        <p:spPr>
          <a:xfrm>
            <a:off x="508000" y="1524000"/>
            <a:ext cx="3556000" cy="215900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Insert Home / Dome Listing Screenshot</a:t>
            </a:r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A6D01C-3C38-5E0C-9E4D-726AD95458AE}"/>
              </a:ext>
            </a:extLst>
          </p:cNvPr>
          <p:cNvSpPr/>
          <p:nvPr/>
        </p:nvSpPr>
        <p:spPr>
          <a:xfrm>
            <a:off x="4699000" y="1524000"/>
            <a:ext cx="3556000" cy="215900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Insert Stall Selection Screenshot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043A68-87F1-F2ED-2226-62477FA0114F}"/>
              </a:ext>
            </a:extLst>
          </p:cNvPr>
          <p:cNvSpPr/>
          <p:nvPr/>
        </p:nvSpPr>
        <p:spPr>
          <a:xfrm>
            <a:off x="508000" y="4318000"/>
            <a:ext cx="3556000" cy="215900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Insert Booking Summary Screenshot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39C45A-BDEA-D3EE-5126-FEEEA4461A7F}"/>
              </a:ext>
            </a:extLst>
          </p:cNvPr>
          <p:cNvSpPr/>
          <p:nvPr/>
        </p:nvSpPr>
        <p:spPr>
          <a:xfrm>
            <a:off x="4699000" y="4318000"/>
            <a:ext cx="3556000" cy="215900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Insert Aadhaar Upload Screenshot</a:t>
            </a:r>
          </a:p>
        </p:txBody>
      </p:sp>
    </p:spTree>
    <p:extLst>
      <p:ext uri="{BB962C8B-B14F-4D97-AF65-F5344CB8AC3E}">
        <p14:creationId xmlns:p14="http://schemas.microsoft.com/office/powerpoint/2010/main" val="1676207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E7D99F-4585-7C82-E39C-9AE881A37C3F}"/>
              </a:ext>
            </a:extLst>
          </p:cNvPr>
          <p:cNvSpPr txBox="1"/>
          <p:nvPr/>
        </p:nvSpPr>
        <p:spPr>
          <a:xfrm>
            <a:off x="508000" y="3175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Final System Screens - Admin Module</a:t>
            </a:r>
            <a:endParaRPr lang="en-IN" sz="28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2BB3FA-AA54-FAB5-5BD8-30494ED6B6CC}"/>
              </a:ext>
            </a:extLst>
          </p:cNvPr>
          <p:cNvSpPr/>
          <p:nvPr/>
        </p:nvSpPr>
        <p:spPr>
          <a:xfrm>
            <a:off x="508000" y="1524000"/>
            <a:ext cx="3556000" cy="215900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Insert Admin Dashboard Screenshot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2B42C4-CA0D-622C-895D-C36AA08BB7C1}"/>
              </a:ext>
            </a:extLst>
          </p:cNvPr>
          <p:cNvSpPr/>
          <p:nvPr/>
        </p:nvSpPr>
        <p:spPr>
          <a:xfrm>
            <a:off x="4699000" y="1524000"/>
            <a:ext cx="3556000" cy="215900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Insert Manage Materials Screenshot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EF8B7B-51E7-9700-1E2A-C7D9B8259379}"/>
              </a:ext>
            </a:extLst>
          </p:cNvPr>
          <p:cNvSpPr/>
          <p:nvPr/>
        </p:nvSpPr>
        <p:spPr>
          <a:xfrm>
            <a:off x="508000" y="4318000"/>
            <a:ext cx="3556000" cy="215900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Insert Booking Management Screenshot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47EB18-989B-F81A-991F-9A9BE104A5E0}"/>
              </a:ext>
            </a:extLst>
          </p:cNvPr>
          <p:cNvSpPr/>
          <p:nvPr/>
        </p:nvSpPr>
        <p:spPr>
          <a:xfrm>
            <a:off x="4699000" y="4318000"/>
            <a:ext cx="3556000" cy="215900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Insert Dome Report Screenshot</a:t>
            </a:r>
          </a:p>
        </p:txBody>
      </p:sp>
    </p:spTree>
    <p:extLst>
      <p:ext uri="{BB962C8B-B14F-4D97-AF65-F5344CB8AC3E}">
        <p14:creationId xmlns:p14="http://schemas.microsoft.com/office/powerpoint/2010/main" val="3573500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EAE55C-2F16-F006-F656-F23FD8F685FD}"/>
              </a:ext>
            </a:extLst>
          </p:cNvPr>
          <p:cNvSpPr txBox="1"/>
          <p:nvPr/>
        </p:nvSpPr>
        <p:spPr>
          <a:xfrm>
            <a:off x="508000" y="3175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/>
              <a:t>Conclusion and 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451BA-B134-914C-11CC-62749153D4BD}"/>
              </a:ext>
            </a:extLst>
          </p:cNvPr>
          <p:cNvSpPr txBox="1"/>
          <p:nvPr/>
        </p:nvSpPr>
        <p:spPr>
          <a:xfrm>
            <a:off x="698500" y="1333500"/>
            <a:ext cx="7874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TradeFairBook successfully delivers an end-to-end digital stall booking solution.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Review 4 confirms working demo, testing coverage, report generation and final UI completion.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Future scope includes online payment gateway, email or SMS alerts and advanced analytics.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900055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Hiren Patel</dc:creator>
  <cp:lastModifiedBy>Hiren Patel</cp:lastModifiedBy>
  <cp:revision>1</cp:revision>
  <dcterms:created xsi:type="dcterms:W3CDTF">2026-03-20T09:26:35Z</dcterms:created>
  <dcterms:modified xsi:type="dcterms:W3CDTF">2026-03-20T09:26:35Z</dcterms:modified>
</cp:coreProperties>
</file>