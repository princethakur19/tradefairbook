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Host Grotesk Medium" panose="020B0604020202020204" charset="0"/>
      <p:regular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7147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emf"/><Relationship Id="rId5" Type="http://schemas.openxmlformats.org/officeDocument/2006/relationships/oleObject" Target="file:///C:\Users\hiru4\OneDrive\Desktop\MCA%20Sem-4%20Project\LR%20summary.docx" TargetMode="Externa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99965" y="21117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Trade Fair Stall Booking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23578"/>
            <a:ext cx="7556421" cy="115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Prince Pratapsinh Thakur</a:t>
            </a:r>
          </a:p>
          <a:p>
            <a:pPr marL="0" indent="0" algn="l">
              <a:lnSpc>
                <a:spcPts val="2650"/>
              </a:lnSpc>
              <a:buNone/>
            </a:pPr>
            <a:endParaRPr lang="en-US" sz="28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/>
              <a:t>	                          : </a:t>
            </a:r>
            <a:r>
              <a:rPr lang="en-US" sz="2800" dirty="0"/>
              <a:t>Keval Girishbhai Patel</a:t>
            </a:r>
            <a:r>
              <a:rPr lang="en-US" sz="1750" dirty="0"/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ECE13-D3E7-78FB-83A2-B919C7EDF588}"/>
              </a:ext>
            </a:extLst>
          </p:cNvPr>
          <p:cNvSpPr txBox="1"/>
          <p:nvPr/>
        </p:nvSpPr>
        <p:spPr>
          <a:xfrm>
            <a:off x="6144322" y="6288838"/>
            <a:ext cx="73152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 Guidance By : </a:t>
            </a:r>
            <a:r>
              <a:rPr lang="en-IN" sz="2800" dirty="0"/>
              <a:t>Dr. Saziya Saiyed</a:t>
            </a: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800" dirty="0"/>
              <a:t>	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D90B08-813F-94FF-3D11-2B4B8F82E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3081" y="7750097"/>
            <a:ext cx="2467319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831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8824" y="548101"/>
            <a:ext cx="62407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Objective</a:t>
            </a:r>
            <a:endParaRPr lang="en-US" sz="4450" dirty="0"/>
          </a:p>
        </p:txBody>
      </p:sp>
      <p:sp>
        <p:nvSpPr>
          <p:cNvPr id="8" name="Shape 4"/>
          <p:cNvSpPr/>
          <p:nvPr/>
        </p:nvSpPr>
        <p:spPr>
          <a:xfrm>
            <a:off x="763310" y="1646954"/>
            <a:ext cx="7556421" cy="5456374"/>
          </a:xfrm>
          <a:prstGeom prst="roundRect">
            <a:avLst>
              <a:gd name="adj" fmla="val 7223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65002" y="1780768"/>
            <a:ext cx="208286" cy="34603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6323" y="2471266"/>
            <a:ext cx="6950393" cy="435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provide an online stall booking platform</a:t>
            </a:r>
          </a:p>
          <a:p>
            <a:pPr>
              <a:lnSpc>
                <a:spcPts val="2650"/>
              </a:lnSpc>
            </a:pPr>
            <a:endParaRPr lang="en-US" sz="2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reduce manual work and paperwork </a:t>
            </a:r>
          </a:p>
          <a:p>
            <a:pPr>
              <a:lnSpc>
                <a:spcPts val="2650"/>
              </a:lnSpc>
            </a:pPr>
            <a:endParaRPr lang="en-US" sz="2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display domes, stalls, and pricing details</a:t>
            </a:r>
          </a:p>
          <a:p>
            <a:pPr>
              <a:lnSpc>
                <a:spcPts val="2650"/>
              </a:lnSpc>
            </a:pPr>
            <a:endParaRPr lang="en-US" sz="2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enable easy and quick stall reservation </a:t>
            </a:r>
          </a:p>
          <a:p>
            <a:pPr>
              <a:lnSpc>
                <a:spcPts val="2650"/>
              </a:lnSpc>
            </a:pPr>
            <a:endParaRPr lang="en-US" sz="2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improve transparency and accuracy</a:t>
            </a:r>
          </a:p>
          <a:p>
            <a:pPr>
              <a:lnSpc>
                <a:spcPts val="2650"/>
              </a:lnSpc>
            </a:pPr>
            <a:endParaRPr lang="en-US" sz="2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help organizers manage bookings efficiently 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2934"/>
            <a:ext cx="5572601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Scope</a:t>
            </a:r>
            <a:endParaRPr lang="en-US" sz="4350" dirty="0"/>
          </a:p>
        </p:txBody>
      </p:sp>
      <p:sp>
        <p:nvSpPr>
          <p:cNvPr id="17" name="Text 10"/>
          <p:cNvSpPr/>
          <p:nvPr/>
        </p:nvSpPr>
        <p:spPr>
          <a:xfrm>
            <a:off x="780098" y="1672684"/>
            <a:ext cx="12735878" cy="5754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  <a:buSzPct val="100000"/>
            </a:pPr>
            <a:endParaRPr lang="en-US" sz="2800" dirty="0"/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800" dirty="0"/>
              <a:t>Covers only one location: Mumbai</a:t>
            </a:r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800" dirty="0"/>
              <a:t> Includes multiple domes</a:t>
            </a:r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800" dirty="0"/>
              <a:t> Different stall prices for each dome</a:t>
            </a:r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800" dirty="0"/>
              <a:t> User can view, select, and book stalls</a:t>
            </a:r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800" dirty="0"/>
              <a:t> Admin can manage domes, stalls, and bookings</a:t>
            </a:r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800" dirty="0"/>
              <a:t> Accessible through a web browser</a:t>
            </a:r>
          </a:p>
          <a:p>
            <a:pPr marL="457200" indent="-4572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A9C798D-FCD4-70C8-F9D4-F25A19DE1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502" y="7724705"/>
            <a:ext cx="2495898" cy="50489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BE0782E-3F74-404C-878E-F6DD07CA05F8}"/>
              </a:ext>
            </a:extLst>
          </p:cNvPr>
          <p:cNvGrpSpPr/>
          <p:nvPr/>
        </p:nvGrpSpPr>
        <p:grpSpPr>
          <a:xfrm>
            <a:off x="8184995" y="188177"/>
            <a:ext cx="6274536" cy="7853246"/>
            <a:chOff x="0" y="0"/>
            <a:chExt cx="1170208" cy="1593725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4B2D49D-F235-F260-256B-C6BD5D0F2657}"/>
                </a:ext>
              </a:extLst>
            </p:cNvPr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t="-205" b="-2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786" y="512573"/>
            <a:ext cx="5572601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Abstract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468351" y="1367629"/>
            <a:ext cx="7255591" cy="588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The Trade Fair Stall Booking System is a web-      based application developed to automate the     process of booking stalls in trade fairs.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It reduces manual work and provides an easy way for exhibitors to view available stalls, check prices, and book stalls online.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The system focuses on a single location, Mumbai, with multiple domes having different stall prices.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This project improves efficiency, transparency, and user experience for both organizers and exhibitors.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439" y="1894523"/>
            <a:ext cx="5582364" cy="55823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78F602-0506-F46B-E534-BF57D6418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6343" y="7600862"/>
            <a:ext cx="2734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836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236" y="3236238"/>
            <a:ext cx="5302448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Introduction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36" y="4853464"/>
            <a:ext cx="4240530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8202" y="5678329"/>
            <a:ext cx="3816429" cy="221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Ø"/>
            </a:pPr>
            <a:r>
              <a:rPr lang="en-US" sz="200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Trade fairs are important platforms for businesses to showcase their products and services. Traditionally, stall booking is done manually, which is time-consuming and error-prone..</a:t>
            </a:r>
            <a:endParaRPr lang="en-US" sz="2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816" y="4535329"/>
            <a:ext cx="4240649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06866" y="5424964"/>
            <a:ext cx="3816548" cy="191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7515" y="4217194"/>
            <a:ext cx="4240530" cy="1143000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34DB0945-306C-EAED-638A-C1A1993EFA0E}"/>
              </a:ext>
            </a:extLst>
          </p:cNvPr>
          <p:cNvSpPr/>
          <p:nvPr/>
        </p:nvSpPr>
        <p:spPr>
          <a:xfrm>
            <a:off x="5194816" y="5396865"/>
            <a:ext cx="3816429" cy="1817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Trade Fair Stall Booking System provides an online solution where users can easily book stalls by selecting domes and checking prices.</a:t>
            </a:r>
            <a:endParaRPr lang="en-US" sz="20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9C6071B8-D176-85C9-D5DA-ACD8B8626852}"/>
              </a:ext>
            </a:extLst>
          </p:cNvPr>
          <p:cNvSpPr/>
          <p:nvPr/>
        </p:nvSpPr>
        <p:spPr>
          <a:xfrm>
            <a:off x="9693180" y="5136240"/>
            <a:ext cx="3816429" cy="149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system simplifies the booking process and helps organizers manage stalls efficiently.</a:t>
            </a:r>
            <a:endParaRPr lang="en-US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4B1912-FD3D-02C6-006D-15660A807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0162" y="7637852"/>
            <a:ext cx="3115110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15517"/>
            <a:ext cx="14630400" cy="24449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779" y="1803767"/>
            <a:ext cx="4657249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Literature Review</a:t>
            </a:r>
            <a:endParaRPr lang="en-US" sz="3650" dirty="0"/>
          </a:p>
        </p:txBody>
      </p:sp>
      <p:sp>
        <p:nvSpPr>
          <p:cNvPr id="22" name="Shape 10"/>
          <p:cNvSpPr/>
          <p:nvPr/>
        </p:nvSpPr>
        <p:spPr>
          <a:xfrm>
            <a:off x="7408307" y="6083618"/>
            <a:ext cx="6570107" cy="1636395"/>
          </a:xfrm>
          <a:prstGeom prst="roundRect">
            <a:avLst>
              <a:gd name="adj" fmla="val 6705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232A7F8-C81C-C9C1-8533-83E449EA0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9712" y="7494979"/>
            <a:ext cx="2600688" cy="647790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0B95910-97EC-90CD-3D81-A9E5D435FF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506500"/>
              </p:ext>
            </p:extLst>
          </p:nvPr>
        </p:nvGraphicFramePr>
        <p:xfrm>
          <a:off x="4668797" y="1543825"/>
          <a:ext cx="4197350" cy="650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5728906" imgH="8875547" progId="Word.Document.12">
                  <p:link updateAutomatic="1"/>
                </p:oleObj>
              </mc:Choice>
              <mc:Fallback>
                <p:oleObj name="Document" r:id="rId5" imgW="5728906" imgH="8875547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8797" y="1543825"/>
                        <a:ext cx="4197350" cy="650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0069" y="616268"/>
            <a:ext cx="5941933" cy="69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Requirement Gathering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70068" y="1619233"/>
            <a:ext cx="3515201" cy="83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User </a:t>
            </a:r>
          </a:p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Requirements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270069" y="2988527"/>
            <a:ext cx="3515201" cy="4828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User registration and login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View available domes in Mumbai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View stall details and pricing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Select and book stalls online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View booking confirmation</a:t>
            </a:r>
          </a:p>
        </p:txBody>
      </p:sp>
      <p:sp>
        <p:nvSpPr>
          <p:cNvPr id="10" name="Text 7"/>
          <p:cNvSpPr/>
          <p:nvPr/>
        </p:nvSpPr>
        <p:spPr>
          <a:xfrm>
            <a:off x="10294617" y="1619232"/>
            <a:ext cx="3515201" cy="83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Admin</a:t>
            </a:r>
          </a:p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Requirements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0339149" y="3077737"/>
            <a:ext cx="3515201" cy="425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Admin login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Add and manage domes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Manage stalls and pricing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View and manage</a:t>
            </a:r>
          </a:p>
          <a:p>
            <a:pPr>
              <a:lnSpc>
                <a:spcPts val="2600"/>
              </a:lnSpc>
              <a:buSzPct val="100000"/>
            </a:pPr>
            <a:r>
              <a:rPr lang="en-US" sz="2400" dirty="0"/>
              <a:t>     bookings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Update stall availability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45E8673-BA82-2AEB-1331-F25B97C80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2002" y="7613332"/>
            <a:ext cx="2400635" cy="543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F375E3-C0DD-0C3D-6D53-4F8F50740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765" y="7630843"/>
            <a:ext cx="2038635" cy="543001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A9CDDA5F-4A58-C272-A69F-5A2987CEB99F}"/>
              </a:ext>
            </a:extLst>
          </p:cNvPr>
          <p:cNvSpPr/>
          <p:nvPr/>
        </p:nvSpPr>
        <p:spPr>
          <a:xfrm>
            <a:off x="3827951" y="181371"/>
            <a:ext cx="5941933" cy="69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Requirement Gathering</a:t>
            </a:r>
            <a:endParaRPr lang="en-US" sz="4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17FEFE7-4534-DF4E-F8FB-A2C339836F9F}"/>
              </a:ext>
            </a:extLst>
          </p:cNvPr>
          <p:cNvSpPr/>
          <p:nvPr/>
        </p:nvSpPr>
        <p:spPr>
          <a:xfrm>
            <a:off x="1026428" y="1041675"/>
            <a:ext cx="3515201" cy="83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System Functional           Requirement 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959E3D3-9841-01DC-FA92-B3598E532229}"/>
              </a:ext>
            </a:extLst>
          </p:cNvPr>
          <p:cNvSpPr/>
          <p:nvPr/>
        </p:nvSpPr>
        <p:spPr>
          <a:xfrm>
            <a:off x="223540" y="2183332"/>
            <a:ext cx="4805660" cy="4828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Role Based Access(Admin / User)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Prevent  double booking of stalls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Automatic status update of stalls(Available / Booked)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Store and retrieve booking data from database.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Displays alert and confirmation message .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F3E5E1BC-AFF3-E640-C928-3064DAC0FF45}"/>
              </a:ext>
            </a:extLst>
          </p:cNvPr>
          <p:cNvSpPr/>
          <p:nvPr/>
        </p:nvSpPr>
        <p:spPr>
          <a:xfrm>
            <a:off x="8694750" y="1041676"/>
            <a:ext cx="3515201" cy="83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Non Functional           Requirement 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DC78FDF-B9E1-B33A-416C-9C2B0E60F38C}"/>
              </a:ext>
            </a:extLst>
          </p:cNvPr>
          <p:cNvSpPr/>
          <p:nvPr/>
        </p:nvSpPr>
        <p:spPr>
          <a:xfrm>
            <a:off x="7958769" y="2183332"/>
            <a:ext cx="4805660" cy="4828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Non-functional requirements describe how the system performs.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Usability Requirements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Performance Requirements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Security Requirements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Reliability Requirements</a:t>
            </a:r>
          </a:p>
          <a:p>
            <a:pPr marL="342900" indent="-342900">
              <a:lnSpc>
                <a:spcPts val="2600"/>
              </a:lnSpc>
              <a:buSzPct val="10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lnSpc>
                <a:spcPts val="2600"/>
              </a:lnSpc>
              <a:buSzPct val="100000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43591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3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592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Feasibility Study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1643" y="10997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742" y="1184782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1230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Technical Feasibility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705422" y="1871568"/>
            <a:ext cx="6819305" cy="145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system can be developed using web technologies like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HTML, CSS, JavaScript, React, Node.js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MongoDB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Required hardware and software are easily available.</a:t>
            </a: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complex or expensive technology is needed.</a:t>
            </a:r>
          </a:p>
          <a:p>
            <a:pPr>
              <a:lnSpc>
                <a:spcPts val="265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110109" y="354970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9661" y="3600391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17306" y="35862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</a:rPr>
              <a:t>Econimic 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Feasibility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729904" y="3954220"/>
            <a:ext cx="6819305" cy="162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110109" y="55500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5179" y="5635070"/>
            <a:ext cx="340162" cy="3401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69799" y="56538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</a:rPr>
              <a:t>Operational 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Feasibility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620411" y="6383720"/>
            <a:ext cx="6819305" cy="1230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>
                <a:solidFill>
                  <a:srgbClr val="38465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Easy to use for both users and admin</a:t>
            </a: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Mini</a:t>
            </a:r>
            <a:r>
              <a:rPr lang="en-US" sz="17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mal training required</a:t>
            </a: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Improves efficiency and reduces human errors</a:t>
            </a: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08E4697-4399-9BE6-A02B-E354BF354CF7}"/>
              </a:ext>
            </a:extLst>
          </p:cNvPr>
          <p:cNvSpPr/>
          <p:nvPr/>
        </p:nvSpPr>
        <p:spPr>
          <a:xfrm>
            <a:off x="6705421" y="4166422"/>
            <a:ext cx="6819305" cy="1230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>
                <a:solidFill>
                  <a:srgbClr val="38465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 cost is low as open-source tools are used</a:t>
            </a: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additional hardware investment required</a:t>
            </a:r>
          </a:p>
          <a:p>
            <a:pPr marL="285750" indent="-285750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Reduces operational costs by minimizing manual work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2DF91A8-CEBE-72CB-3F68-67A3FCBE4C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10846" y="7696126"/>
            <a:ext cx="2257740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451" y="507563"/>
            <a:ext cx="4614267" cy="576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5914" y="1453515"/>
            <a:ext cx="13338572" cy="3915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Trade Fair Stall Booking System makes stall booking simple, fast, and</a:t>
            </a:r>
          </a:p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reliable.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It reduces manual effort, saves time, and ensures better management of trade fair stalls.</a:t>
            </a:r>
          </a:p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system can be enhanced in the future by adding online payment, multiple locations, and mobile support.</a:t>
            </a: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025" y="3460552"/>
            <a:ext cx="138351" cy="138351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025" y="4414957"/>
            <a:ext cx="138351" cy="138351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025" y="5369481"/>
            <a:ext cx="138351" cy="13835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49F50D5-26BC-80E6-DD1D-C623D22D2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6870" y="7686599"/>
            <a:ext cx="2543530" cy="5430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5902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Thank You!</a:t>
            </a:r>
            <a:endParaRPr lang="en-US" sz="8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16DA5-57B9-1912-A42E-E76559DA3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9206" y="7705652"/>
            <a:ext cx="2353003" cy="523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540</Words>
  <Application>Microsoft Office PowerPoint</Application>
  <PresentationFormat>Custom</PresentationFormat>
  <Paragraphs>120</Paragraphs>
  <Slides>11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Host Grotesk Medium</vt:lpstr>
      <vt:lpstr>Roboto</vt:lpstr>
      <vt:lpstr>Arial</vt:lpstr>
      <vt:lpstr>Wingdings</vt:lpstr>
      <vt:lpstr>Office Theme</vt:lpstr>
      <vt:lpstr>file:///C:\Users\hiru4\OneDrive\Desktop\MCA%20Sem-4%20Project\LR%20summary.docx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Hiren Patel</cp:lastModifiedBy>
  <cp:revision>20</cp:revision>
  <dcterms:created xsi:type="dcterms:W3CDTF">2025-12-29T10:50:12Z</dcterms:created>
  <dcterms:modified xsi:type="dcterms:W3CDTF">2026-01-30T10:12:48Z</dcterms:modified>
</cp:coreProperties>
</file>