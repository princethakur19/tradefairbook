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Trade Fair Stall Booking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1945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Data Dictionary</a:t>
            </a:r>
            <a:br/>
            <a:r>
              <a:t>Generated on 03-04-2026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Users Collection (users)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Unique user identifier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fullname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User full name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Company or organization name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Unique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User login email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User phone number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About 60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Bcrypt password hash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11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Enum: USER,ADMIN,SUPER_ADMIN; Default USER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Access control role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Domes Collection (domes)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Unique dome identifier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domeName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name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location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Optional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description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Optional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image URL or path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8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Enum: ACTIVE,INACTIVE; Default ACTIVE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status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Stalls Collection (stalls)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Unique stall identifier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stallNumber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Trim, Unique with dome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Stall number or code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FK -&gt; domes._id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reference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side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6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Enum: LEFT,RIGHT,TOP,BOTTOM,CENTER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Stall side in layout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Min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Stall price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9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Enum: AVAILABLE,BOOKED,HOLD,BLOCKED; Default AVAILABLE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Availability status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centerSpacing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10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Enum: with-space,no-space; Default with-space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Center layout spacing flag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Materials Collection (materials)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Unique material identifier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FK -&gt; domes._id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Dome reference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Trim, Unique with dome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name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Min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price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empty, Trim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description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isActive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Boolean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 byte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true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active flag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AadhaarVerification Collection (aadhaarverifications)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Unique verification identifier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FK -&gt; users._id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User reference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aadhaarName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Trim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Name as on Aadhaar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aadhaarNumber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Encrypted variable text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select:false, API expects 12 digits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Encrypted Aadhaar number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aadhaarImage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Trim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Uploaded image path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verified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Boolean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 byte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false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submittedAt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Date.now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Submission timestamp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Bookings Collection (bookings) (Part 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PK, Auto-generated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Unique booking identifier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FK -&gt; users._id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User reference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stall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FK -&gt; stalls._id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Stall reference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dome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FK -&gt; domes._id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Dome reference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stallPrice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Base stall price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Optional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Booking amount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defaultMaterials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Array&lt;Object&gt;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[]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Included material snapshot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extraMaterials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Array&lt;Object&gt;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[]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Extra material snapshot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extraMaterialTotal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Total extra material cost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extraMaterialShare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Per booking distributed share</a:t>
                      </a:r>
                    </a:p>
                  </a:txBody>
                  <a:tcPr/>
                </a:tc>
              </a:tr>
              <a:tr h="464233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grandTotal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Default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Final total amount</a:t>
                      </a:r>
                    </a:p>
                  </a:txBody>
                  <a:tcPr/>
                </a:tc>
              </a:tr>
              <a:tr h="464244"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aadhaarVerification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9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Required, FK -&gt; aadhaarverifications._id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900" b="0"/>
                      </a:pPr>
                      <a:r>
                        <a:t>Aadhaar verification reference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Bookings Collection (bookings) (Part 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Up to 9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Enum: PENDING,APPROVED,PAID,REJECTED,CANCELLED; Default PENDING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Booking lifecycle status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paymentOrderId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Trim, Default empty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Razorpay order ID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paymentId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Trim, Default empty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Razorpay payment ID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paymentSignature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Trim, Default empty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Payment signature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paidAt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null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Payment timestamp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createdAt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creation time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updatedAt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Auto (timestamps)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Record last update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Dictionary - Embedded Booking Material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1179576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463040"/>
                <a:gridCol w="1097280"/>
                <a:gridCol w="1097280"/>
                <a:gridCol w="2560320"/>
                <a:gridCol w="4846320"/>
              </a:tblGrid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SR.No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Constrain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ctr">
                        <a:defRPr sz="1100" b="1"/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24 hex chars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FK -&gt; materials._id, Default null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reference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Trim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Material name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0, Min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Unit price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Required, Min 1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Selected quantity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subtotal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Number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ctr">
                        <a:defRPr sz="1000" b="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Default 0, Min 0</a:t>
                      </a:r>
                    </a:p>
                  </a:txBody>
                  <a:tcPr/>
                </a:tc>
                <a:tc>
                  <a:txBody>
                    <a:bodyPr wrap="square" anchor="t"/>
                    <a:lstStyle/>
                    <a:p>
                      <a:pPr algn="l">
                        <a:defRPr sz="1000" b="0"/>
                      </a:pPr>
                      <a:r>
                        <a:t>price x quantity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