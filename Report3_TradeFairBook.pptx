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7B4D-FF94-C756-82FE-F71A3B68A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C777F-15BB-1157-038C-0829D0637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71169-8771-9A0F-08A4-9CF0BCF8B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2C77F-8F3D-11A1-2A26-98E8EBC54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7A933-DFE6-1049-92DF-1755B10D0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180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4DAAA-97AB-2692-B864-13A7CB3A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E8909-96E7-83B8-5B8C-A1F85F8B0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E30BA-F779-4755-0B8C-2781CCB1C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DB60B-214C-99BA-EF40-C930E6E1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A5A52-A0F2-0791-3755-970197BE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093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77D39-834F-43BD-71E4-E3E72DDD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7D0E34-3A14-2F93-0DE9-65CF6C3E1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15C14-A52B-A074-31F2-77B57C94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29043-7B59-5A92-DE92-5DF7E5F48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33D58-F41E-0BBD-35BB-C25D654E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479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C7B1-9FE1-6DFD-4685-935E7C75F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140CE-A901-86EC-21E8-7F5870195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B1073-7643-59BE-79E2-C42F9D0D8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9BDB4-85CB-3564-7501-FF592A36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3B1C8-ED4C-13A4-AD18-9BDBBE37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E01D0-17D3-E453-451E-5AF49A26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53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AA5CA-4CAD-360B-E220-158FAA4E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3855F-92FB-C84B-4D80-914045C3F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C62C6-E633-4E51-1D5C-2D2BD24D2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BA27E-1B74-6C76-C6EF-5DB34CB9F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6C838-D3BD-5A9F-E1D9-E58A17366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2E7ED8-05A2-F69E-6D83-0DC7270BB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37CB67-4787-1A3E-0E6F-6547D9B5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482F8-6D75-FE34-5030-5CD4BBE2B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953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3371-C5CF-7E32-5C51-237BCD6D9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AD574C-39E8-F53D-2B90-7A5757B0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78023-D140-F368-F33E-A93F1C82C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CFA8A-FB4C-F3B6-7D5A-87ECB737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44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E6440A-9A1C-1AD9-AC63-9B407515A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C5B07-B15A-F238-7B8B-6DB704DC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0B590-4A80-2BAF-B1F6-B0BC8ADF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44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DD4A-387E-0019-FE85-202F570DB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15A14-978E-C8DE-A201-FBF5A8CBE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235A6-2BC4-9E76-1D65-102B02CED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EE1EF-CA76-571E-3D84-8BA013DA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03476-DFB0-F458-FC21-2ECFE081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64EAD-FDE8-942D-63D5-9F3A687C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919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C4E4-F8B1-5581-0FD2-5781780A5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69CAF-C342-A7E0-BB38-290F05845C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47E6B-C249-D17A-BB92-6E4777556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3D0A2-977C-52C2-F30C-48BF2AD30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50E52-F80E-2AA2-3858-52AB386F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CA0BD-5C59-395C-6ED1-B7B83D32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1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3AEE-3328-6C09-5C66-C2F7C309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F4D99-5D48-8AD0-29B5-934E75F0D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FF2F1-576A-0055-EF09-A5404BEB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4A911-1458-60B7-CA1E-2CE6FF8F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B69B-C176-2DFE-9D59-24D6B139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396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6B3AF-8358-CAEC-E234-9184B24A8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C7243E-B67E-B3AB-F5B7-8AC7D703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3E378-4C4F-0434-8321-DCB3C954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30A7-5EAF-3742-CA35-74144E066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1464C-1827-F1AE-A3DD-ECEF0448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1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2DC0-C8A2-DCCB-F451-BF3ADB9A8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F998D-EB5B-169E-E72F-2B6500BEB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9E3B3-2CE3-C278-7BF8-B546F2AF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1B864-2E21-F322-7560-ED82077AB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7FEAE-FC1D-F215-D2B8-4EE70085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36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5FE070-2284-63BE-EF2E-0F3C289D4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BB5AD-93B9-1611-BDD5-7CB8063DB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CABD6-DA6F-78D1-1069-15AF17489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ECC65-AAE9-4FC3-A7CF-82A3129623CC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F56F6-07B0-A5A6-877B-ADEEA4A3F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BE0A0-B9C6-B75D-4D7F-A91D26783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5C568-2C09-49AE-B722-B8F5D8B75A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15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3C45-651D-4CB3-1D81-37B8BF59DC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Trade Fair Stall Booking System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0A269-F2BD-D851-7D16-07C3D8DAA5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Report 3 Presentation</a:t>
            </a:r>
          </a:p>
        </p:txBody>
      </p:sp>
    </p:spTree>
    <p:extLst>
      <p:ext uri="{BB962C8B-B14F-4D97-AF65-F5344CB8AC3E}">
        <p14:creationId xmlns:p14="http://schemas.microsoft.com/office/powerpoint/2010/main" val="2093575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DA85-F5EC-621F-EC0C-A828DEBF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1. Module Coding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9C69E-7C9A-6FFD-ACC0-512F65447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User Module: registration, login, profile, booking history</a:t>
            </a:r>
          </a:p>
          <a:p>
            <a:r>
              <a:rPr lang="en-IN"/>
              <a:t>- Organizer Module: stall management, availability, pricing</a:t>
            </a:r>
          </a:p>
          <a:p>
            <a:r>
              <a:rPr lang="en-IN"/>
              <a:t>- Booking Module: slot selection, booking creation, cancellation</a:t>
            </a:r>
          </a:p>
          <a:p>
            <a:r>
              <a:rPr lang="en-IN"/>
              <a:t>- Payment Module: transaction flow, status update, receipt generation</a:t>
            </a:r>
          </a:p>
          <a:p>
            <a:r>
              <a:rPr lang="en-IN"/>
              <a:t>- Admin Module: user control, approvals, 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3849065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A7343-34EC-0AAF-8ABF-418FF3DC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2. Frontend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048D1-174B-0180-1784-1DFCE3654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Responsive UI for desktop and mobile access</a:t>
            </a:r>
          </a:p>
          <a:p>
            <a:r>
              <a:rPr lang="en-IN"/>
              <a:t>- Pages: Home, Stall Listing, Booking, Payment, Dashboard</a:t>
            </a:r>
          </a:p>
          <a:p>
            <a:r>
              <a:rPr lang="en-IN"/>
              <a:t>- Form validation for user inputs and booking details</a:t>
            </a:r>
          </a:p>
          <a:p>
            <a:r>
              <a:rPr lang="en-IN"/>
              <a:t>- State management for login, selections, and confirmations</a:t>
            </a:r>
          </a:p>
          <a:p>
            <a:r>
              <a:rPr lang="en-IN"/>
              <a:t>- Error handling and user-friendly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644405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F2C8F-5F7B-B5C2-688E-A54CE56F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3. Backend Development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E08EC-D284-A6A4-88A5-3BABC8FC9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REST API architecture for system operations</a:t>
            </a:r>
          </a:p>
          <a:p>
            <a:r>
              <a:rPr lang="en-US"/>
              <a:t>- Authentication and authorization using JWT/session</a:t>
            </a:r>
          </a:p>
          <a:p>
            <a:r>
              <a:rPr lang="en-US"/>
              <a:t>- Business logic for stall allocation and conflict prevention</a:t>
            </a:r>
          </a:p>
          <a:p>
            <a:r>
              <a:rPr lang="en-US"/>
              <a:t>- Database integration for users, stalls, bookings, payments</a:t>
            </a:r>
          </a:p>
          <a:p>
            <a:r>
              <a:rPr lang="en-US"/>
              <a:t>- Logging and exception handling for reliability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620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D516-7403-5F1C-06E9-6D23C326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4. System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E5948-DE4B-91A2-A89A-F70BADEEF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Connected frontend forms with backend APIs</a:t>
            </a:r>
          </a:p>
          <a:p>
            <a:r>
              <a:rPr lang="en-US"/>
              <a:t>- Integrated booking flow end-to-end</a:t>
            </a:r>
          </a:p>
          <a:p>
            <a:r>
              <a:rPr lang="en-US"/>
              <a:t>- Synced payment status with booking confirmation</a:t>
            </a:r>
          </a:p>
          <a:p>
            <a:r>
              <a:rPr lang="en-US"/>
              <a:t>- Email/notification integration for booking updates</a:t>
            </a:r>
          </a:p>
          <a:p>
            <a:r>
              <a:rPr lang="en-US"/>
              <a:t>- Tested data flow between all major modules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89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A4D7-6284-C6E7-B1D4-3C13906D0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5. API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C8483-F1CB-3984-F432-02202A1BD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Auth APIs: signup, login, logout, token validation</a:t>
            </a:r>
          </a:p>
          <a:p>
            <a:r>
              <a:rPr lang="en-IN"/>
              <a:t>- Stall APIs: create, update, list, search availability</a:t>
            </a:r>
          </a:p>
          <a:p>
            <a:r>
              <a:rPr lang="en-IN"/>
              <a:t>- Booking APIs: create booking, cancel booking, fetch history</a:t>
            </a:r>
          </a:p>
          <a:p>
            <a:r>
              <a:rPr lang="en-IN"/>
              <a:t>- Payment APIs: initiate payment, verify transaction, invoice fetch</a:t>
            </a:r>
          </a:p>
          <a:p>
            <a:r>
              <a:rPr lang="en-IN"/>
              <a:t>- Admin APIs: manage users/stalls, system reports</a:t>
            </a:r>
          </a:p>
        </p:txBody>
      </p:sp>
    </p:spTree>
    <p:extLst>
      <p:ext uri="{BB962C8B-B14F-4D97-AF65-F5344CB8AC3E}">
        <p14:creationId xmlns:p14="http://schemas.microsoft.com/office/powerpoint/2010/main" val="154031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7F36-9574-682A-82DF-B4D05960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6. Test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E63D8-B585-8E43-D64A-F190A1F92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Unit tests: module-wise function validation</a:t>
            </a:r>
          </a:p>
          <a:p>
            <a:r>
              <a:rPr lang="en-IN"/>
              <a:t>- API tests: endpoint response, status code, payload checks</a:t>
            </a:r>
          </a:p>
          <a:p>
            <a:r>
              <a:rPr lang="en-IN"/>
              <a:t>- Integration tests: booking + payment + confirmation workflow</a:t>
            </a:r>
          </a:p>
          <a:p>
            <a:r>
              <a:rPr lang="en-IN"/>
              <a:t>- UI tests: form behavior, navigation, error states</a:t>
            </a:r>
          </a:p>
          <a:p>
            <a:r>
              <a:rPr lang="en-IN"/>
              <a:t>- Security tests: invalid login, token expiry, 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162961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E8B3-754D-8CBA-1E9B-EF3D5F1C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51181-DBFA-7393-93FF-56CA0A241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Report 3 covers implementation progress across all major layers</a:t>
            </a:r>
          </a:p>
          <a:p>
            <a:r>
              <a:rPr lang="en-US"/>
              <a:t>- Core modules are developed and integrated successfully</a:t>
            </a:r>
          </a:p>
          <a:p>
            <a:r>
              <a:rPr lang="en-US"/>
              <a:t>- APIs are functional and validated with test cases</a:t>
            </a:r>
          </a:p>
          <a:p>
            <a:r>
              <a:rPr lang="en-US"/>
              <a:t>- Next step: deployment, optimization, and final demo preparation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071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Trade Fair Stall Booking System</vt:lpstr>
      <vt:lpstr>1. Module Coding</vt:lpstr>
      <vt:lpstr>2. Frontend Development</vt:lpstr>
      <vt:lpstr>3. Backend Development</vt:lpstr>
      <vt:lpstr>4. System Integration</vt:lpstr>
      <vt:lpstr>5. API Implementation</vt:lpstr>
      <vt:lpstr>6. Test Cases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Hiren Patel</dc:creator>
  <cp:lastModifiedBy>Hiren Patel</cp:lastModifiedBy>
  <cp:revision>1</cp:revision>
  <dcterms:created xsi:type="dcterms:W3CDTF">2026-02-26T09:15:10Z</dcterms:created>
  <dcterms:modified xsi:type="dcterms:W3CDTF">2026-02-26T09:15:10Z</dcterms:modified>
</cp:coreProperties>
</file>